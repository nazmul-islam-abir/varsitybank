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75" r:id="rId8"/>
    <p:sldMasterId id="2147483672" r:id="rId9"/>
  </p:sldMasterIdLst>
  <p:notesMasterIdLst>
    <p:notesMasterId r:id="rId22"/>
  </p:notesMasterIdLst>
  <p:handoutMasterIdLst>
    <p:handoutMasterId r:id="rId23"/>
  </p:handoutMasterIdLst>
  <p:sldIdLst>
    <p:sldId id="313" r:id="rId10"/>
    <p:sldId id="314" r:id="rId11"/>
    <p:sldId id="263" r:id="rId12"/>
    <p:sldId id="264" r:id="rId13"/>
    <p:sldId id="265" r:id="rId14"/>
    <p:sldId id="269" r:id="rId15"/>
    <p:sldId id="291" r:id="rId16"/>
    <p:sldId id="315" r:id="rId17"/>
    <p:sldId id="316" r:id="rId18"/>
    <p:sldId id="317" r:id="rId19"/>
    <p:sldId id="318" r:id="rId20"/>
    <p:sldId id="319"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44" autoAdjust="0"/>
  </p:normalViewPr>
  <p:slideViewPr>
    <p:cSldViewPr>
      <p:cViewPr varScale="1">
        <p:scale>
          <a:sx n="63" d="100"/>
          <a:sy n="63" d="100"/>
        </p:scale>
        <p:origin x="1360"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2.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handoutMaster" Target="handoutMasters/handoutMaster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B9B2C09-3CFA-4F70-87FB-F0BDDAD6DEAD}" type="datetimeFigureOut">
              <a:rPr lang="en-US"/>
              <a:pPr>
                <a:defRPr/>
              </a:pPr>
              <a:t>7/8/2025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F4F45B9A-EC57-42D0-8A12-F2AE48A8EC43}" type="slidenum">
              <a:rPr lang="en-US"/>
              <a:pPr>
                <a:defRPr/>
              </a:pPr>
              <a:t>‹#›</a:t>
            </a:fld>
            <a:endParaRPr lang="en-US"/>
          </a:p>
        </p:txBody>
      </p:sp>
    </p:spTree>
    <p:extLst>
      <p:ext uri="{BB962C8B-B14F-4D97-AF65-F5344CB8AC3E}">
        <p14:creationId xmlns:p14="http://schemas.microsoft.com/office/powerpoint/2010/main" val="1386184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2C63240-BB02-4093-B170-C126DF405DFC}" type="datetimeFigureOut">
              <a:rPr lang="en-US"/>
              <a:pPr>
                <a:defRPr/>
              </a:pPr>
              <a:t>7/8/2025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FE38652-B643-4EBE-9428-C0A78C28A250}" type="slidenum">
              <a:rPr lang="en-US"/>
              <a:pPr>
                <a:defRPr/>
              </a:pPr>
              <a:t>‹#›</a:t>
            </a:fld>
            <a:endParaRPr lang="en-US"/>
          </a:p>
        </p:txBody>
      </p:sp>
    </p:spTree>
    <p:extLst>
      <p:ext uri="{BB962C8B-B14F-4D97-AF65-F5344CB8AC3E}">
        <p14:creationId xmlns:p14="http://schemas.microsoft.com/office/powerpoint/2010/main" val="3500629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7C18A3A-0D80-49F4-AA6F-7A49039E04AF}" type="slidenum">
              <a:rPr lang="en-US" smtClean="0"/>
              <a:pPr>
                <a:spcBef>
                  <a:spcPct val="0"/>
                </a:spcBef>
              </a:pPr>
              <a:t>3</a:t>
            </a:fld>
            <a:endParaRPr lang="en-US"/>
          </a:p>
        </p:txBody>
      </p:sp>
    </p:spTree>
    <p:extLst>
      <p:ext uri="{BB962C8B-B14F-4D97-AF65-F5344CB8AC3E}">
        <p14:creationId xmlns:p14="http://schemas.microsoft.com/office/powerpoint/2010/main" val="3813126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90000"/>
              </a:lnSpc>
              <a:spcBef>
                <a:spcPct val="0"/>
              </a:spcBef>
            </a:pPr>
            <a:endParaRPr lang="en-US"/>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5DF89EB-9FD6-4521-9AEE-79032111AAA4}" type="slidenum">
              <a:rPr lang="en-US" smtClean="0"/>
              <a:pPr>
                <a:spcBef>
                  <a:spcPct val="0"/>
                </a:spcBef>
              </a:pPr>
              <a:t>4</a:t>
            </a:fld>
            <a:endParaRPr lang="en-US"/>
          </a:p>
        </p:txBody>
      </p:sp>
    </p:spTree>
    <p:extLst>
      <p:ext uri="{BB962C8B-B14F-4D97-AF65-F5344CB8AC3E}">
        <p14:creationId xmlns:p14="http://schemas.microsoft.com/office/powerpoint/2010/main" val="168373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A06354C-42B4-46BA-98A5-AA5CC91F5B7C}" type="slidenum">
              <a:rPr lang="en-US" smtClean="0"/>
              <a:pPr>
                <a:spcBef>
                  <a:spcPct val="0"/>
                </a:spcBef>
              </a:pPr>
              <a:t>5</a:t>
            </a:fld>
            <a:endParaRPr lang="en-US"/>
          </a:p>
        </p:txBody>
      </p:sp>
    </p:spTree>
    <p:extLst>
      <p:ext uri="{BB962C8B-B14F-4D97-AF65-F5344CB8AC3E}">
        <p14:creationId xmlns:p14="http://schemas.microsoft.com/office/powerpoint/2010/main" val="1918526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76B813A-119A-457C-BA49-7FCFF31CB277}" type="slidenum">
              <a:rPr lang="en-US" smtClean="0"/>
              <a:pPr>
                <a:spcBef>
                  <a:spcPct val="0"/>
                </a:spcBef>
              </a:pPr>
              <a:t>6</a:t>
            </a:fld>
            <a:endParaRPr lang="en-US"/>
          </a:p>
        </p:txBody>
      </p:sp>
    </p:spTree>
    <p:extLst>
      <p:ext uri="{BB962C8B-B14F-4D97-AF65-F5344CB8AC3E}">
        <p14:creationId xmlns:p14="http://schemas.microsoft.com/office/powerpoint/2010/main" val="1332201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3D352A8-604B-41D7-B48D-8F0B4BD3B826}" type="slidenum">
              <a:rPr lang="en-US" smtClean="0"/>
              <a:pPr>
                <a:spcBef>
                  <a:spcPct val="0"/>
                </a:spcBef>
              </a:pPr>
              <a:t>7</a:t>
            </a:fld>
            <a:endParaRPr lang="en-US"/>
          </a:p>
        </p:txBody>
      </p:sp>
    </p:spTree>
    <p:extLst>
      <p:ext uri="{BB962C8B-B14F-4D97-AF65-F5344CB8AC3E}">
        <p14:creationId xmlns:p14="http://schemas.microsoft.com/office/powerpoint/2010/main" val="487923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11"/>
          <p:cNvSpPr>
            <a:spLocks noChangeArrowheads="1"/>
          </p:cNvSpPr>
          <p:nvPr userDrawn="1"/>
        </p:nvSpPr>
        <p:spPr bwMode="auto">
          <a:xfrm>
            <a:off x="5638800" y="5707063"/>
            <a:ext cx="35052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hangingPunct="1">
              <a:lnSpc>
                <a:spcPct val="80000"/>
              </a:lnSpc>
              <a:spcBef>
                <a:spcPct val="20000"/>
              </a:spcBef>
              <a:defRPr/>
            </a:pPr>
            <a:r>
              <a:rPr lang="en-US" altLang="en-US" sz="1400" dirty="0">
                <a:solidFill>
                  <a:srgbClr val="000000"/>
                </a:solidFill>
                <a:cs typeface="+mn-cs"/>
              </a:rPr>
              <a:t>Premium PowerPoint Slides by: </a:t>
            </a:r>
          </a:p>
          <a:p>
            <a:pPr algn="ctr" eaLnBrk="1" hangingPunct="1">
              <a:lnSpc>
                <a:spcPct val="80000"/>
              </a:lnSpc>
              <a:spcBef>
                <a:spcPct val="20000"/>
              </a:spcBef>
              <a:defRPr/>
            </a:pPr>
            <a:r>
              <a:rPr lang="en-US" altLang="en-US" sz="1400" dirty="0">
                <a:solidFill>
                  <a:srgbClr val="000000"/>
                </a:solidFill>
                <a:cs typeface="+mn-cs"/>
              </a:rPr>
              <a:t>V.  </a:t>
            </a:r>
            <a:r>
              <a:rPr lang="en-US" altLang="en-US" sz="1400" dirty="0" err="1">
                <a:solidFill>
                  <a:srgbClr val="000000"/>
                </a:solidFill>
                <a:cs typeface="+mn-cs"/>
              </a:rPr>
              <a:t>Andreea</a:t>
            </a:r>
            <a:r>
              <a:rPr lang="en-US" altLang="en-US" sz="1400" dirty="0">
                <a:solidFill>
                  <a:srgbClr val="000000"/>
                </a:solidFill>
                <a:cs typeface="+mn-cs"/>
              </a:rPr>
              <a:t>  CHIRITESCU</a:t>
            </a:r>
          </a:p>
          <a:p>
            <a:pPr algn="ctr" eaLnBrk="1" hangingPunct="1">
              <a:lnSpc>
                <a:spcPct val="80000"/>
              </a:lnSpc>
              <a:spcBef>
                <a:spcPct val="20000"/>
              </a:spcBef>
              <a:defRPr/>
            </a:pPr>
            <a:r>
              <a:rPr lang="en-US" altLang="en-US" sz="1400" dirty="0">
                <a:solidFill>
                  <a:srgbClr val="000000"/>
                </a:solidFill>
                <a:cs typeface="+mn-cs"/>
              </a:rPr>
              <a:t>Eastern Illinois University</a:t>
            </a:r>
          </a:p>
        </p:txBody>
      </p:sp>
      <p:sp>
        <p:nvSpPr>
          <p:cNvPr id="5" name="TextBox 4"/>
          <p:cNvSpPr txBox="1"/>
          <p:nvPr userDrawn="1"/>
        </p:nvSpPr>
        <p:spPr>
          <a:xfrm>
            <a:off x="0" y="0"/>
            <a:ext cx="4572000" cy="2586038"/>
          </a:xfrm>
          <a:prstGeom prst="rect">
            <a:avLst/>
          </a:prstGeom>
          <a:noFill/>
        </p:spPr>
        <p:txBody>
          <a:bodyPr>
            <a:spAutoFit/>
          </a:bodyPr>
          <a:lstStyle/>
          <a:p>
            <a:pPr algn="ctr" eaLnBrk="1" fontAlgn="auto" hangingPunct="1">
              <a:spcBef>
                <a:spcPts val="0"/>
              </a:spcBef>
              <a:spcAft>
                <a:spcPts val="0"/>
              </a:spcAft>
              <a:defRPr/>
            </a:pPr>
            <a:r>
              <a:rPr lang="en-US" sz="3200" dirty="0">
                <a:solidFill>
                  <a:schemeClr val="bg1"/>
                </a:solidFill>
                <a:latin typeface="+mj-lt"/>
                <a:cs typeface="Times New Roman" panose="02020603050405020304" pitchFamily="18" charset="0"/>
              </a:rPr>
              <a:t>N. GREGORY MANKIW</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a:solidFill>
                  <a:schemeClr val="tx1">
                    <a:lumMod val="50000"/>
                    <a:lumOff val="50000"/>
                  </a:schemeClr>
                </a:solidFill>
                <a:latin typeface="Times New Roman" panose="02020603050405020304" pitchFamily="18" charset="0"/>
                <a:cs typeface="Times New Roman" panose="02020603050405020304" pitchFamily="18" charset="0"/>
              </a:rPr>
              <a:t>PRINCIPLES OF</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5400" dirty="0">
                <a:latin typeface="+mj-lt"/>
                <a:cs typeface="+mn-cs"/>
              </a:rPr>
              <a:t>ECONOMICS</a:t>
            </a:r>
            <a:r>
              <a:rPr lang="en-US" dirty="0">
                <a:latin typeface="+mn-lt"/>
                <a:cs typeface="+mn-cs"/>
              </a:rPr>
              <a:t/>
            </a:r>
            <a:br>
              <a:rPr lang="en-US" dirty="0">
                <a:latin typeface="+mn-lt"/>
                <a:cs typeface="+mn-cs"/>
              </a:rPr>
            </a:br>
            <a:r>
              <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 Edition </a:t>
            </a:r>
            <a:endParaRPr lang="en-US" dirty="0">
              <a:latin typeface="+mn-lt"/>
              <a:cs typeface="+mn-cs"/>
            </a:endParaRPr>
          </a:p>
        </p:txBody>
      </p:sp>
      <p:sp>
        <p:nvSpPr>
          <p:cNvPr id="10" name="Text Placeholder 9"/>
          <p:cNvSpPr>
            <a:spLocks noGrp="1"/>
          </p:cNvSpPr>
          <p:nvPr>
            <p:ph type="body" sz="quarter" idx="12"/>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3" name="Text Placeholder 2"/>
          <p:cNvSpPr>
            <a:spLocks noGrp="1"/>
          </p:cNvSpPr>
          <p:nvPr>
            <p:ph type="body" sz="quarter" idx="16"/>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a:t>Click to edit Master text styles</a:t>
            </a:r>
          </a:p>
          <a:p>
            <a:pPr lvl="1"/>
            <a:r>
              <a:rPr lang="en-US"/>
              <a:t>Second level</a:t>
            </a:r>
          </a:p>
        </p:txBody>
      </p:sp>
      <p:sp>
        <p:nvSpPr>
          <p:cNvPr id="6" name="Slide Number Placeholder 3"/>
          <p:cNvSpPr>
            <a:spLocks noGrp="1"/>
          </p:cNvSpPr>
          <p:nvPr>
            <p:ph type="sldNum" sz="quarter" idx="17"/>
          </p:nvPr>
        </p:nvSpPr>
        <p:spPr/>
        <p:txBody>
          <a:bodyPr/>
          <a:lstStyle>
            <a:lvl1pPr>
              <a:spcBef>
                <a:spcPct val="0"/>
              </a:spcBef>
              <a:defRPr/>
            </a:lvl1pPr>
          </a:lstStyle>
          <a:p>
            <a:pPr>
              <a:defRPr/>
            </a:pPr>
            <a:fld id="{EE57247B-7ADB-472D-957F-CB3B5DF01D9E}" type="slidenum">
              <a:rPr lang="en-US"/>
              <a:pPr>
                <a:defRPr/>
              </a:pPr>
              <a:t>‹#›</a:t>
            </a:fld>
            <a:endParaRPr lang="en-US"/>
          </a:p>
        </p:txBody>
      </p:sp>
      <p:sp>
        <p:nvSpPr>
          <p:cNvPr id="7" name="Footer Placeholder 4"/>
          <p:cNvSpPr>
            <a:spLocks noGrp="1"/>
          </p:cNvSpPr>
          <p:nvPr>
            <p:ph type="ftr" sz="quarter" idx="18"/>
          </p:nvPr>
        </p:nvSpPr>
        <p:spPr/>
        <p:txBody>
          <a:bodyPr/>
          <a:lstStyle>
            <a:lvl1pPr fontAlgn="auto">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5966975"/>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C67481BB-0363-423D-9CE7-60208C0F5FEA}" type="slidenum">
              <a:rPr lang="en-US"/>
              <a:pPr>
                <a:defRPr/>
              </a:pPr>
              <a:t>‹#›</a:t>
            </a:fld>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4008317118"/>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14B6243D-5058-4DE7-9B34-8DCF145C5F51}" type="slidenum">
              <a:rPr lang="en-US"/>
              <a:pPr>
                <a:defRPr/>
              </a:pPr>
              <a:t>‹#›</a:t>
            </a:fld>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25606256"/>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5" name="Rectangle 4"/>
          <p:cNvSpPr>
            <a:spLocks noGrp="1" noChangeArrowheads="1"/>
          </p:cNvSpPr>
          <p:nvPr>
            <p:ph type="sldNum" sz="quarter" idx="13"/>
          </p:nvPr>
        </p:nvSpPr>
        <p:spPr/>
        <p:txBody>
          <a:bodyPr/>
          <a:lstStyle>
            <a:lvl1pPr>
              <a:defRPr/>
            </a:lvl1pPr>
          </a:lstStyle>
          <a:p>
            <a:pPr>
              <a:defRPr/>
            </a:pPr>
            <a:fld id="{80DE6664-06A7-4868-8595-3F32B02A9506}" type="slidenum">
              <a:rPr lang="en-US"/>
              <a:pPr>
                <a:defRPr/>
              </a:pPr>
              <a:t>‹#›</a:t>
            </a:fld>
            <a:endParaRPr lang="en-US"/>
          </a:p>
        </p:txBody>
      </p:sp>
      <p:sp>
        <p:nvSpPr>
          <p:cNvPr id="6" name="Footer Placeholder 4"/>
          <p:cNvSpPr>
            <a:spLocks noGrp="1"/>
          </p:cNvSpPr>
          <p:nvPr>
            <p:ph type="ftr" sz="quarter" idx="14"/>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939486455"/>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p:txBody>
          <a:bodyPr/>
          <a:lstStyle>
            <a:lvl1pPr>
              <a:defRPr/>
            </a:lvl1pPr>
          </a:lstStyle>
          <a:p>
            <a:pPr>
              <a:defRPr/>
            </a:pPr>
            <a:fld id="{8C75577B-C4C9-4D56-834F-566A3377DEEA}" type="slidenum">
              <a:rPr lang="en-US"/>
              <a:pPr>
                <a:defRPr/>
              </a:pPr>
              <a:t>‹#›</a:t>
            </a:fld>
            <a:endParaRPr lang="en-US"/>
          </a:p>
        </p:txBody>
      </p:sp>
      <p:sp>
        <p:nvSpPr>
          <p:cNvPr id="5" name="Footer Placeholder 4"/>
          <p:cNvSpPr>
            <a:spLocks noGrp="1"/>
          </p:cNvSpPr>
          <p:nvPr>
            <p:ph type="ftr" sz="quarter" idx="14"/>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963899259"/>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p:txBody>
          <a:bodyPr/>
          <a:lstStyle>
            <a:lvl1pPr>
              <a:defRPr/>
            </a:lvl1pPr>
          </a:lstStyle>
          <a:p>
            <a:pPr>
              <a:defRPr/>
            </a:pPr>
            <a:fld id="{FEDF1B19-741F-4A35-95B9-4E393F2FB708}" type="slidenum">
              <a:rPr lang="en-US"/>
              <a:pPr>
                <a:defRPr/>
              </a:pPr>
              <a:t>‹#›</a:t>
            </a:fld>
            <a:endParaRPr lang="en-US"/>
          </a:p>
        </p:txBody>
      </p:sp>
      <p:sp>
        <p:nvSpPr>
          <p:cNvPr id="5" name="Footer Placeholder 4"/>
          <p:cNvSpPr>
            <a:spLocks noGrp="1"/>
          </p:cNvSpPr>
          <p:nvPr>
            <p:ph type="ftr" sz="quarter" idx="14"/>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69116228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lvl1pPr>
              <a:defRPr sz="3200">
                <a:solidFill>
                  <a:schemeClr val="accent6">
                    <a:lumMod val="50000"/>
                  </a:schemeClr>
                </a:solidFill>
              </a:defRPr>
            </a:lvl1pPr>
          </a:lstStyle>
          <a:p>
            <a:r>
              <a:rPr lang="en-US" dirty="0"/>
              <a:t>Click to edit Master title style</a:t>
            </a:r>
          </a:p>
        </p:txBody>
      </p:sp>
      <p:sp>
        <p:nvSpPr>
          <p:cNvPr id="3" name="Content Placeholder 2"/>
          <p:cNvSpPr>
            <a:spLocks noGrp="1"/>
          </p:cNvSpPr>
          <p:nvPr>
            <p:ph idx="1"/>
          </p:nvPr>
        </p:nvSpPr>
        <p:spPr>
          <a:xfrm>
            <a:off x="347241" y="762000"/>
            <a:ext cx="8518947" cy="56864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C8D0AB01-B458-49D4-AEB2-53DB5F63EBAE}" type="slidenum">
              <a:rPr lang="en-US"/>
              <a:pPr>
                <a:defRPr/>
              </a:pPr>
              <a:t>‹#›</a:t>
            </a:fld>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332159485"/>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p:txBody>
          <a:bodyPr/>
          <a:lstStyle>
            <a:lvl1pPr>
              <a:defRPr/>
            </a:lvl1pPr>
          </a:lstStyle>
          <a:p>
            <a:pPr>
              <a:defRPr/>
            </a:pPr>
            <a:fld id="{88056AFD-D023-48B8-8DAE-FC9D71079324}" type="slidenum">
              <a:rPr lang="en-US"/>
              <a:pPr>
                <a:defRPr/>
              </a:pPr>
              <a:t>‹#›</a:t>
            </a:fld>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754523816"/>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Rectangle 7"/>
          <p:cNvSpPr>
            <a:spLocks noGrp="1" noChangeArrowheads="1"/>
          </p:cNvSpPr>
          <p:nvPr>
            <p:ph type="sldNum" sz="quarter" idx="15"/>
          </p:nvPr>
        </p:nvSpPr>
        <p:spPr>
          <a:ln/>
        </p:spPr>
        <p:txBody>
          <a:bodyPr/>
          <a:lstStyle>
            <a:lvl1pPr>
              <a:defRPr/>
            </a:lvl1pPr>
          </a:lstStyle>
          <a:p>
            <a:pPr>
              <a:defRPr/>
            </a:pPr>
            <a:fld id="{09CF3FD8-97B4-43EB-A446-8E5758A79612}" type="slidenum">
              <a:rPr lang="en-US"/>
              <a:pPr>
                <a:defRPr/>
              </a:pPr>
              <a:t>‹#›</a:t>
            </a:fld>
            <a:endParaRPr lang="en-US"/>
          </a:p>
        </p:txBody>
      </p:sp>
      <p:sp>
        <p:nvSpPr>
          <p:cNvPr id="7" name="Footer Placeholder 4"/>
          <p:cNvSpPr>
            <a:spLocks noGrp="1"/>
          </p:cNvSpPr>
          <p:nvPr>
            <p:ph type="ftr" sz="quarter" idx="16"/>
          </p:nvPr>
        </p:nvSpPr>
        <p:spPr/>
        <p:txBody>
          <a:bodyPr/>
          <a:lstStyle>
            <a:lvl1pPr>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Tree>
    <p:extLst>
      <p:ext uri="{BB962C8B-B14F-4D97-AF65-F5344CB8AC3E}">
        <p14:creationId xmlns:p14="http://schemas.microsoft.com/office/powerpoint/2010/main" val="3208560413"/>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p:txBody>
          <a:bodyPr/>
          <a:lstStyle>
            <a:lvl1pPr>
              <a:defRPr/>
            </a:lvl1pPr>
          </a:lstStyle>
          <a:p>
            <a:pPr>
              <a:defRPr/>
            </a:pPr>
            <a:fld id="{1E36EBFD-18CA-4D71-A9AE-DAB347E94DE6}" type="slidenum">
              <a:rPr lang="en-US"/>
              <a:pPr>
                <a:defRPr/>
              </a:pPr>
              <a:t>‹#›</a:t>
            </a:fld>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338807090"/>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6.xml"/><Relationship Id="rId1" Type="http://schemas.openxmlformats.org/officeDocument/2006/relationships/slideLayout" Target="../slideLayouts/slideLayout7.xml"/><Relationship Id="rId4" Type="http://schemas.openxmlformats.org/officeDocument/2006/relationships/image" Target="../media/image11.png"/></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Picture 14"/>
          <p:cNvSpPr>
            <a:spLocks noChangeAspect="1" noChangeArrowheads="1"/>
          </p:cNvSpPr>
          <p:nvPr/>
        </p:nvSpPr>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1027" name="Picture 9"/>
          <p:cNvSpPr>
            <a:spLocks noChangeAspect="1" noChangeArrowheads="1"/>
          </p:cNvSpPr>
          <p:nvPr/>
        </p:nvSpPr>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2" name="Slide Number Placeholder 1"/>
          <p:cNvSpPr>
            <a:spLocks noGrp="1"/>
          </p:cNvSpPr>
          <p:nvPr>
            <p:ph type="sldNum" sz="quarter" idx="4"/>
          </p:nvPr>
        </p:nvSpPr>
        <p:spPr>
          <a:xfrm>
            <a:off x="8521700" y="6484938"/>
            <a:ext cx="622300" cy="409575"/>
          </a:xfrm>
          <a:prstGeom prst="rect">
            <a:avLst/>
          </a:prstGeom>
          <a:noFill/>
        </p:spPr>
        <p:txBody>
          <a:bodyPr vert="horz" wrap="square" lIns="91440" tIns="45720" rIns="91440" bIns="45720" numCol="1" anchor="ctr" anchorCtr="0" compatLnSpc="1">
            <a:prstTxWarp prst="textNoShape">
              <a:avLst/>
            </a:prstTxWarp>
          </a:bodyPr>
          <a:lstStyle>
            <a:lvl1pPr algn="r" eaLnBrk="1" hangingPunct="1">
              <a:spcBef>
                <a:spcPct val="20000"/>
              </a:spcBef>
              <a:defRPr sz="1200">
                <a:solidFill>
                  <a:srgbClr val="FFFFFF"/>
                </a:solidFill>
              </a:defRPr>
            </a:lvl1pPr>
          </a:lstStyle>
          <a:p>
            <a:pPr>
              <a:defRPr/>
            </a:pPr>
            <a:fld id="{15A9BF60-D22D-4DC5-9E89-E93B585FE55B}" type="slidenum">
              <a:rPr lang="en-US"/>
              <a:pPr>
                <a:defRPr/>
              </a:pPr>
              <a:t>‹#›</a:t>
            </a:fld>
            <a:endParaRPr lang="en-US"/>
          </a:p>
        </p:txBody>
      </p:sp>
      <p:sp>
        <p:nvSpPr>
          <p:cNvPr id="1029" name="Picture 9"/>
          <p:cNvSpPr>
            <a:spLocks noChangeAspect="1" noChangeArrowheads="1"/>
          </p:cNvSpPr>
          <p:nvPr/>
        </p:nvSpPr>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18" name="Content Placeholder 7"/>
          <p:cNvSpPr txBox="1">
            <a:spLocks/>
          </p:cNvSpPr>
          <p:nvPr/>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1"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eaLnBrk="1" hangingPunct="1">
              <a:spcBef>
                <a:spcPts val="0"/>
              </a:spcBef>
              <a:buNone/>
              <a:defRPr sz="1000">
                <a:solidFill>
                  <a:srgbClr val="FFFFFF"/>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cSld>
  <p:clrMap bg1="lt1" tx1="dk1" bg2="lt2" tx2="dk2" accent1="accent1" accent2="accent2" accent3="accent3" accent4="accent4" accent5="accent5" accent6="accent6" hlink="hlink" folHlink="folHlink"/>
  <p:sldLayoutIdLst>
    <p:sldLayoutId id="2147483768" r:id="rId1"/>
  </p:sldLayoutIdLst>
  <p:transition spd="slow">
    <p:blinds dir="vert"/>
  </p:transition>
  <p:hf hdr="0" ft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Group 1"/>
          <p:cNvGrpSpPr>
            <a:grpSpLocks/>
          </p:cNvGrpSpPr>
          <p:nvPr/>
        </p:nvGrpSpPr>
        <p:grpSpPr bwMode="auto">
          <a:xfrm>
            <a:off x="0" y="0"/>
            <a:ext cx="9144000" cy="6400800"/>
            <a:chOff x="0" y="1"/>
            <a:chExt cx="9144000" cy="6477001"/>
          </a:xfrm>
        </p:grpSpPr>
        <p:pic>
          <p:nvPicPr>
            <p:cNvPr id="20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1" name="Rectangle 3"/>
          <p:cNvSpPr>
            <a:spLocks noGrp="1" noChangeAspect="1" noChangeArrowheads="1"/>
          </p:cNvSpPr>
          <p:nvPr>
            <p:ph type="title"/>
          </p:nvPr>
        </p:nvSpPr>
        <p:spPr bwMode="auto">
          <a:xfrm>
            <a:off x="258763" y="101600"/>
            <a:ext cx="859948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93688"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 stClick to edit Master yles</a:t>
            </a:r>
          </a:p>
          <a:p>
            <a:pPr lvl="1"/>
            <a:r>
              <a:rPr lang="en-US" altLang="en-US"/>
              <a:t>Second level</a:t>
            </a:r>
          </a:p>
          <a:p>
            <a:pPr lvl="2"/>
            <a:r>
              <a:rPr lang="en-US" altLang="en-US"/>
              <a:t>Thirdlevel</a:t>
            </a:r>
          </a:p>
          <a:p>
            <a:pPr lvl="2"/>
            <a:r>
              <a:rPr lang="en-US" altLang="en-US"/>
              <a:t> Fourth level</a:t>
            </a:r>
          </a:p>
          <a:p>
            <a:pPr lvl="4"/>
            <a:r>
              <a:rPr lang="en-US" altLang="en-US"/>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696466F7-1373-4026-8E02-93BB50CB3F2D}" type="slidenum">
              <a:rPr lang="en-US"/>
              <a:pPr>
                <a:defRPr/>
              </a:pPr>
              <a:t>‹#›</a:t>
            </a:fld>
            <a:endParaRPr lang="en-US"/>
          </a:p>
        </p:txBody>
      </p:sp>
      <p:sp>
        <p:nvSpPr>
          <p:cNvPr id="5" name="Footer Placeholder 4"/>
          <p:cNvSpPr>
            <a:spLocks noGrp="1"/>
          </p:cNvSpPr>
          <p:nvPr>
            <p:ph type="ftr" sz="quarter" idx="3"/>
          </p:nvPr>
        </p:nvSpPr>
        <p:spPr>
          <a:xfrm>
            <a:off x="0" y="6400800"/>
            <a:ext cx="8605838" cy="457200"/>
          </a:xfrm>
          <a:prstGeom prst="rect">
            <a:avLst/>
          </a:prstGeom>
          <a:noFill/>
        </p:spPr>
        <p:txBody>
          <a:bodyPr vert="horz" lIns="91440" tIns="45720" rIns="91440" bIns="45720" rtlCol="0" anchor="ctr"/>
          <a:lstStyle>
            <a:lvl1pPr algn="l" eaLnBrk="1" hangingPunct="1">
              <a:spcBef>
                <a:spcPct val="20000"/>
              </a:spcBef>
              <a:buFontTx/>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Tree>
  </p:cSld>
  <p:clrMap bg1="lt1" tx1="dk1" bg2="lt2" tx2="dk2" accent1="accent1" accent2="accent2" accent3="accent3" accent4="accent4" accent5="accent5" accent6="accent6" hlink="hlink" folHlink="folHlink"/>
  <p:sldLayoutIdLst>
    <p:sldLayoutId id="2147483769" r:id="rId1"/>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ft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3600">
          <a:solidFill>
            <a:srgbClr val="005EA4"/>
          </a:solidFill>
          <a:latin typeface="Calibri" pitchFamily="34" charset="0"/>
        </a:defRPr>
      </a:lvl2pPr>
      <a:lvl3pPr algn="ctr" rtl="0" eaLnBrk="0" fontAlgn="base" hangingPunct="0">
        <a:spcBef>
          <a:spcPct val="0"/>
        </a:spcBef>
        <a:spcAft>
          <a:spcPct val="0"/>
        </a:spcAft>
        <a:defRPr sz="3600">
          <a:solidFill>
            <a:srgbClr val="005EA4"/>
          </a:solidFill>
          <a:latin typeface="Calibri" pitchFamily="34" charset="0"/>
        </a:defRPr>
      </a:lvl3pPr>
      <a:lvl4pPr algn="ctr" rtl="0" eaLnBrk="0" fontAlgn="base" hangingPunct="0">
        <a:spcBef>
          <a:spcPct val="0"/>
        </a:spcBef>
        <a:spcAft>
          <a:spcPct val="0"/>
        </a:spcAft>
        <a:defRPr sz="3600">
          <a:solidFill>
            <a:srgbClr val="005EA4"/>
          </a:solidFill>
          <a:latin typeface="Calibri" pitchFamily="34" charset="0"/>
        </a:defRPr>
      </a:lvl4pPr>
      <a:lvl5pPr algn="ctr" rtl="0" eaLnBrk="0" fontAlgn="base" hangingPunct="0">
        <a:spcBef>
          <a:spcPct val="0"/>
        </a:spcBef>
        <a:spcAft>
          <a:spcPct val="0"/>
        </a:spcAft>
        <a:defRPr sz="3600">
          <a:solidFill>
            <a:srgbClr val="005EA4"/>
          </a:solidFill>
          <a:latin typeface="Calibri"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Picture 4"/>
          <p:cNvSpPr>
            <a:spLocks noChangeAspect="1" noChangeArrowheads="1"/>
          </p:cNvSpPr>
          <p:nvPr/>
        </p:nvSpPr>
        <p:spPr bwMode="auto">
          <a:xfrm>
            <a:off x="0" y="0"/>
            <a:ext cx="1474788" cy="1131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pic>
        <p:nvPicPr>
          <p:cNvPr id="3075"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6"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077" name="Rectangle 3"/>
          <p:cNvSpPr>
            <a:spLocks noGrp="1" noChangeAspect="1" noChangeArrowheads="1"/>
          </p:cNvSpPr>
          <p:nvPr>
            <p:ph type="title"/>
          </p:nvPr>
        </p:nvSpPr>
        <p:spPr bwMode="auto">
          <a:xfrm>
            <a:off x="1323975" y="77788"/>
            <a:ext cx="78200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 stClick to edit Master yles</a:t>
            </a:r>
          </a:p>
          <a:p>
            <a:pPr lvl="1"/>
            <a:r>
              <a:rPr lang="en-US" altLang="en-US"/>
              <a:t>Second level</a:t>
            </a:r>
          </a:p>
          <a:p>
            <a:pPr lvl="2"/>
            <a:r>
              <a:rPr lang="en-US" altLang="en-US"/>
              <a:t>Thirdlevel</a:t>
            </a:r>
          </a:p>
          <a:p>
            <a:pPr lvl="2"/>
            <a:r>
              <a:rPr lang="en-US" altLang="en-US"/>
              <a:t> Fourth level</a:t>
            </a:r>
          </a:p>
          <a:p>
            <a:pPr lvl="4"/>
            <a:r>
              <a:rPr lang="en-US" altLang="en-US"/>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D0C822BA-2889-420F-9645-018C961DEFA4}" type="slidenum">
              <a:rPr lang="en-US"/>
              <a:pPr>
                <a:defRPr/>
              </a:pPr>
              <a:t>‹#›</a:t>
            </a:fld>
            <a:endParaRPr lang="en-US"/>
          </a:p>
        </p:txBody>
      </p:sp>
      <p:sp>
        <p:nvSpPr>
          <p:cNvPr id="5" name="Footer Placeholder 4"/>
          <p:cNvSpPr>
            <a:spLocks noGrp="1"/>
          </p:cNvSpPr>
          <p:nvPr>
            <p:ph type="ftr" sz="quarter" idx="3"/>
          </p:nvPr>
        </p:nvSpPr>
        <p:spPr>
          <a:xfrm>
            <a:off x="0" y="6359525"/>
            <a:ext cx="8605838" cy="498475"/>
          </a:xfrm>
          <a:prstGeom prst="rect">
            <a:avLst/>
          </a:prstGeom>
          <a:noFill/>
        </p:spPr>
        <p:txBody>
          <a:bodyPr vert="horz" lIns="91440" tIns="45720" rIns="91440" bIns="45720" rtlCol="0" anchor="ctr"/>
          <a:lstStyle>
            <a:lvl1pPr algn="l" eaLnBrk="1" hangingPunct="1">
              <a:spcBef>
                <a:spcPct val="20000"/>
              </a:spcBef>
              <a:buFontTx/>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ft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Calibri" pitchFamily="34" charset="0"/>
        </a:defRPr>
      </a:lvl2pPr>
      <a:lvl3pPr algn="ctr" rtl="0" eaLnBrk="0" fontAlgn="base" hangingPunct="0">
        <a:spcBef>
          <a:spcPct val="0"/>
        </a:spcBef>
        <a:spcAft>
          <a:spcPct val="0"/>
        </a:spcAft>
        <a:defRPr sz="4000">
          <a:solidFill>
            <a:srgbClr val="AE1221"/>
          </a:solidFill>
          <a:latin typeface="Calibri" pitchFamily="34" charset="0"/>
        </a:defRPr>
      </a:lvl3pPr>
      <a:lvl4pPr algn="ctr" rtl="0" eaLnBrk="0" fontAlgn="base" hangingPunct="0">
        <a:spcBef>
          <a:spcPct val="0"/>
        </a:spcBef>
        <a:spcAft>
          <a:spcPct val="0"/>
        </a:spcAft>
        <a:defRPr sz="4000">
          <a:solidFill>
            <a:srgbClr val="AE1221"/>
          </a:solidFill>
          <a:latin typeface="Calibri" pitchFamily="34" charset="0"/>
        </a:defRPr>
      </a:lvl4pPr>
      <a:lvl5pPr algn="ctr" rtl="0" eaLnBrk="0" fontAlgn="base" hangingPunct="0">
        <a:spcBef>
          <a:spcPct val="0"/>
        </a:spcBef>
        <a:spcAft>
          <a:spcPct val="0"/>
        </a:spcAft>
        <a:defRPr sz="4000">
          <a:solidFill>
            <a:srgbClr val="AE1221"/>
          </a:solidFill>
          <a:latin typeface="Calibri"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Group 1"/>
          <p:cNvGrpSpPr>
            <a:grpSpLocks/>
          </p:cNvGrpSpPr>
          <p:nvPr/>
        </p:nvGrpSpPr>
        <p:grpSpPr bwMode="auto">
          <a:xfrm>
            <a:off x="0" y="0"/>
            <a:ext cx="9144000" cy="6542088"/>
            <a:chOff x="0" y="1"/>
            <a:chExt cx="9144000" cy="6542704"/>
          </a:xfrm>
        </p:grpSpPr>
        <p:pic>
          <p:nvPicPr>
            <p:cNvPr id="4110"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111"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1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4113"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4099"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4100"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defRPr>
            </a:lvl1pPr>
          </a:lstStyle>
          <a:p>
            <a:pPr>
              <a:defRPr/>
            </a:pPr>
            <a:fld id="{4CD40A46-8A18-4244-949D-B16F9EDA9BD4}" type="slidenum">
              <a:rPr lang="en-US"/>
              <a:pPr>
                <a:defRPr/>
              </a:pPr>
              <a:t>‹#›</a:t>
            </a:fld>
            <a:endParaRPr lang="en-US"/>
          </a:p>
        </p:txBody>
      </p:sp>
      <p:sp>
        <p:nvSpPr>
          <p:cNvPr id="5" name="Footer Placeholder 4"/>
          <p:cNvSpPr>
            <a:spLocks noGrp="1"/>
          </p:cNvSpPr>
          <p:nvPr>
            <p:ph type="ftr" sz="quarter" idx="3"/>
          </p:nvPr>
        </p:nvSpPr>
        <p:spPr>
          <a:xfrm>
            <a:off x="0" y="6400800"/>
            <a:ext cx="8615363" cy="515938"/>
          </a:xfrm>
          <a:prstGeom prst="rect">
            <a:avLst/>
          </a:prstGeom>
        </p:spPr>
        <p:txBody>
          <a:bodyPr vert="horz" lIns="91440" tIns="45720" rIns="91440" bIns="45720" rtlCol="0" anchor="ctr"/>
          <a:lstStyle>
            <a:lvl1pPr algn="l" eaLnBrk="1" hangingPunct="1">
              <a:spcBef>
                <a:spcPct val="20000"/>
              </a:spcBef>
              <a:buFontTx/>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grpSp>
        <p:nvGrpSpPr>
          <p:cNvPr id="4103" name="Group 10"/>
          <p:cNvGrpSpPr>
            <a:grpSpLocks/>
          </p:cNvGrpSpPr>
          <p:nvPr/>
        </p:nvGrpSpPr>
        <p:grpSpPr bwMode="auto">
          <a:xfrm>
            <a:off x="90488" y="77788"/>
            <a:ext cx="8929687" cy="6297612"/>
            <a:chOff x="90539" y="77773"/>
            <a:chExt cx="8929618" cy="6297167"/>
          </a:xfrm>
        </p:grpSpPr>
        <p:grpSp>
          <p:nvGrpSpPr>
            <p:cNvPr id="4104" name="Group 11"/>
            <p:cNvGrpSpPr>
              <a:grpSpLocks/>
            </p:cNvGrpSpPr>
            <p:nvPr userDrawn="1"/>
          </p:nvGrpSpPr>
          <p:grpSpPr bwMode="auto">
            <a:xfrm>
              <a:off x="90539" y="77773"/>
              <a:ext cx="2075718" cy="583326"/>
              <a:chOff x="90539" y="77773"/>
              <a:chExt cx="2075718" cy="583326"/>
            </a:xfrm>
          </p:grpSpPr>
          <p:cxnSp>
            <p:nvCxnSpPr>
              <p:cNvPr id="4108" name="Straight Connector 15"/>
              <p:cNvCxnSpPr>
                <a:cxnSpLocks noChangeShapeType="1"/>
              </p:cNvCxnSpPr>
              <p:nvPr userDrawn="1"/>
            </p:nvCxnSpPr>
            <p:spPr bwMode="auto">
              <a:xfrm>
                <a:off x="90539" y="536628"/>
                <a:ext cx="2075718" cy="0"/>
              </a:xfrm>
              <a:prstGeom prst="line">
                <a:avLst/>
              </a:prstGeom>
              <a:noFill/>
              <a:ln w="28575" algn="ctr">
                <a:solidFill>
                  <a:srgbClr val="074866"/>
                </a:solidFill>
                <a:round/>
                <a:headEnd/>
                <a:tailEnd/>
              </a:ln>
              <a:extLst>
                <a:ext uri="{909E8E84-426E-40DD-AFC4-6F175D3DCCD1}">
                  <a14:hiddenFill xmlns:a14="http://schemas.microsoft.com/office/drawing/2010/main">
                    <a:noFill/>
                  </a14:hiddenFill>
                </a:ext>
              </a:extLst>
            </p:spPr>
          </p:cxnSp>
          <p:cxnSp>
            <p:nvCxnSpPr>
              <p:cNvPr id="4109" name="Straight Connector 16"/>
              <p:cNvCxnSpPr>
                <a:cxnSpLocks noChangeShapeType="1"/>
              </p:cNvCxnSpPr>
              <p:nvPr userDrawn="1"/>
            </p:nvCxnSpPr>
            <p:spPr bwMode="auto">
              <a:xfrm flipV="1">
                <a:off x="202361" y="77773"/>
                <a:ext cx="0" cy="583326"/>
              </a:xfrm>
              <a:prstGeom prst="line">
                <a:avLst/>
              </a:prstGeom>
              <a:noFill/>
              <a:ln w="28575" algn="ctr">
                <a:solidFill>
                  <a:srgbClr val="074866"/>
                </a:solidFill>
                <a:round/>
                <a:headEnd/>
                <a:tailEnd/>
              </a:ln>
              <a:extLst>
                <a:ext uri="{909E8E84-426E-40DD-AFC4-6F175D3DCCD1}">
                  <a14:hiddenFill xmlns:a14="http://schemas.microsoft.com/office/drawing/2010/main">
                    <a:noFill/>
                  </a14:hiddenFill>
                </a:ext>
              </a:extLst>
            </p:spPr>
          </p:cxnSp>
        </p:grpSp>
        <p:grpSp>
          <p:nvGrpSpPr>
            <p:cNvPr id="4105" name="Group 12"/>
            <p:cNvGrpSpPr>
              <a:grpSpLocks/>
            </p:cNvGrpSpPr>
            <p:nvPr userDrawn="1"/>
          </p:nvGrpSpPr>
          <p:grpSpPr bwMode="auto">
            <a:xfrm>
              <a:off x="8187163" y="6011640"/>
              <a:ext cx="832994" cy="363300"/>
              <a:chOff x="8187163" y="6011640"/>
              <a:chExt cx="832994" cy="363300"/>
            </a:xfrm>
          </p:grpSpPr>
          <p:cxnSp>
            <p:nvCxnSpPr>
              <p:cNvPr id="4106" name="Straight Connector 13"/>
              <p:cNvCxnSpPr>
                <a:cxnSpLocks noChangeShapeType="1"/>
              </p:cNvCxnSpPr>
              <p:nvPr userDrawn="1"/>
            </p:nvCxnSpPr>
            <p:spPr bwMode="auto">
              <a:xfrm>
                <a:off x="8187163" y="6292878"/>
                <a:ext cx="832994" cy="1"/>
              </a:xfrm>
              <a:prstGeom prst="line">
                <a:avLst/>
              </a:prstGeom>
              <a:noFill/>
              <a:ln w="28575" algn="ctr">
                <a:solidFill>
                  <a:srgbClr val="074866"/>
                </a:solidFill>
                <a:round/>
                <a:headEnd/>
                <a:tailEnd/>
              </a:ln>
              <a:extLst>
                <a:ext uri="{909E8E84-426E-40DD-AFC4-6F175D3DCCD1}">
                  <a14:hiddenFill xmlns:a14="http://schemas.microsoft.com/office/drawing/2010/main">
                    <a:noFill/>
                  </a14:hiddenFill>
                </a:ext>
              </a:extLst>
            </p:spPr>
          </p:cxnSp>
          <p:cxnSp>
            <p:nvCxnSpPr>
              <p:cNvPr id="4107" name="Straight Connector 14"/>
              <p:cNvCxnSpPr>
                <a:cxnSpLocks noChangeShapeType="1"/>
              </p:cNvCxnSpPr>
              <p:nvPr userDrawn="1"/>
            </p:nvCxnSpPr>
            <p:spPr bwMode="auto">
              <a:xfrm>
                <a:off x="8942003" y="6011640"/>
                <a:ext cx="0" cy="363300"/>
              </a:xfrm>
              <a:prstGeom prst="line">
                <a:avLst/>
              </a:prstGeom>
              <a:noFill/>
              <a:ln w="28575" algn="ctr">
                <a:solidFill>
                  <a:srgbClr val="074866"/>
                </a:solidFill>
                <a:round/>
                <a:headEnd/>
                <a:tailEnd/>
              </a:ln>
              <a:extLst>
                <a:ext uri="{909E8E84-426E-40DD-AFC4-6F175D3DCCD1}">
                  <a14:hiddenFill xmlns:a14="http://schemas.microsoft.com/office/drawing/2010/main">
                    <a:noFill/>
                  </a14:hiddenFill>
                </a:ext>
              </a:extLst>
            </p:spPr>
          </p:cxnSp>
        </p:grpSp>
      </p:grpSp>
    </p:spTree>
  </p:cSld>
  <p:clrMap bg1="lt1" tx1="dk1" bg2="lt2" tx2="dk2" accent1="accent1" accent2="accent2" accent3="accent3" accent4="accent4" accent5="accent5" accent6="accent6" hlink="hlink" folHlink="folHlink"/>
  <p:sldLayoutIdLst>
    <p:sldLayoutId id="2147483772" r:id="rId1"/>
  </p:sldLayoutIdLst>
  <p:transition spd="slow">
    <p:blinds dir="vert"/>
  </p:transition>
  <p:hf hdr="0" ft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Table 1</a:t>
            </a:r>
          </a:p>
        </p:txBody>
      </p:sp>
      <p:sp>
        <p:nvSpPr>
          <p:cNvPr id="5123"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28498BF8-1042-4FBD-931E-54E0CF1A783E}" type="slidenum">
              <a:rPr lang="en-US"/>
              <a:pPr>
                <a:defRPr/>
              </a:pPr>
              <a:t>‹#›</a:t>
            </a:fld>
            <a:endParaRPr lang="en-US"/>
          </a:p>
        </p:txBody>
      </p:sp>
      <p:grpSp>
        <p:nvGrpSpPr>
          <p:cNvPr id="5125" name="Group 3"/>
          <p:cNvGrpSpPr>
            <a:grpSpLocks/>
          </p:cNvGrpSpPr>
          <p:nvPr/>
        </p:nvGrpSpPr>
        <p:grpSpPr bwMode="auto">
          <a:xfrm>
            <a:off x="0" y="0"/>
            <a:ext cx="9144000" cy="6569075"/>
            <a:chOff x="-1" y="0"/>
            <a:chExt cx="9144001" cy="6568831"/>
          </a:xfrm>
        </p:grpSpPr>
        <p:sp>
          <p:nvSpPr>
            <p:cNvPr id="5134" name="Picture 3"/>
            <p:cNvSpPr>
              <a:spLocks noChangeAspect="1" noChangeArrowheads="1"/>
            </p:cNvSpPr>
            <p:nvPr userDrawn="1"/>
          </p:nvSpPr>
          <p:spPr bwMode="auto">
            <a:xfrm>
              <a:off x="8915400" y="417497"/>
              <a:ext cx="228600" cy="607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nvGrpSpPr>
            <p:cNvPr id="5135" name="Group 2"/>
            <p:cNvGrpSpPr>
              <a:grpSpLocks/>
            </p:cNvGrpSpPr>
            <p:nvPr userDrawn="1"/>
          </p:nvGrpSpPr>
          <p:grpSpPr bwMode="auto">
            <a:xfrm>
              <a:off x="-1" y="0"/>
              <a:ext cx="9108746" cy="6568831"/>
              <a:chOff x="-1" y="0"/>
              <a:chExt cx="9108746" cy="6568831"/>
            </a:xfrm>
          </p:grpSpPr>
          <p:sp>
            <p:nvSpPr>
              <p:cNvPr id="5137" name="Picture 4"/>
              <p:cNvSpPr>
                <a:spLocks noChangeAspect="1" noChangeArrowheads="1"/>
              </p:cNvSpPr>
              <p:nvPr userDrawn="1"/>
            </p:nvSpPr>
            <p:spPr bwMode="auto">
              <a:xfrm>
                <a:off x="-1" y="0"/>
                <a:ext cx="311150"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5138" name="Picture 5"/>
              <p:cNvSpPr>
                <a:spLocks noChangeAspect="1" noChangeArrowheads="1"/>
              </p:cNvSpPr>
              <p:nvPr userDrawn="1"/>
            </p:nvSpPr>
            <p:spPr bwMode="auto">
              <a:xfrm>
                <a:off x="93662" y="6213244"/>
                <a:ext cx="9015413" cy="279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sp>
          <p:nvSpPr>
            <p:cNvPr id="5136" name="Picture 2"/>
            <p:cNvSpPr>
              <a:spLocks noChangeAspect="1" noChangeArrowheads="1"/>
            </p:cNvSpPr>
            <p:nvPr userDrawn="1"/>
          </p:nvSpPr>
          <p:spPr bwMode="auto">
            <a:xfrm>
              <a:off x="209549" y="457183"/>
              <a:ext cx="8705851" cy="5860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grpSp>
        <p:nvGrpSpPr>
          <p:cNvPr id="5126" name="Group 16"/>
          <p:cNvGrpSpPr>
            <a:grpSpLocks/>
          </p:cNvGrpSpPr>
          <p:nvPr/>
        </p:nvGrpSpPr>
        <p:grpSpPr bwMode="auto">
          <a:xfrm>
            <a:off x="123825" y="47625"/>
            <a:ext cx="8918575" cy="6329363"/>
            <a:chOff x="124529" y="47182"/>
            <a:chExt cx="8918525" cy="6330053"/>
          </a:xfrm>
        </p:grpSpPr>
        <p:grpSp>
          <p:nvGrpSpPr>
            <p:cNvPr id="5128" name="Group 15"/>
            <p:cNvGrpSpPr>
              <a:grpSpLocks/>
            </p:cNvGrpSpPr>
            <p:nvPr userDrawn="1"/>
          </p:nvGrpSpPr>
          <p:grpSpPr bwMode="auto">
            <a:xfrm>
              <a:off x="124529" y="47182"/>
              <a:ext cx="1704271" cy="583326"/>
              <a:chOff x="124529" y="47182"/>
              <a:chExt cx="1704271" cy="583326"/>
            </a:xfrm>
          </p:grpSpPr>
          <p:cxnSp>
            <p:nvCxnSpPr>
              <p:cNvPr id="5132" name="Straight Connector 6"/>
              <p:cNvCxnSpPr>
                <a:cxnSpLocks noChangeShapeType="1"/>
              </p:cNvCxnSpPr>
              <p:nvPr userDrawn="1"/>
            </p:nvCxnSpPr>
            <p:spPr bwMode="auto">
              <a:xfrm>
                <a:off x="124529" y="506037"/>
                <a:ext cx="1704271" cy="0"/>
              </a:xfrm>
              <a:prstGeom prst="line">
                <a:avLst/>
              </a:prstGeom>
              <a:noFill/>
              <a:ln w="28575" algn="ctr">
                <a:solidFill>
                  <a:srgbClr val="E71303"/>
                </a:solidFill>
                <a:round/>
                <a:headEnd/>
                <a:tailEnd/>
              </a:ln>
              <a:extLst>
                <a:ext uri="{909E8E84-426E-40DD-AFC4-6F175D3DCCD1}">
                  <a14:hiddenFill xmlns:a14="http://schemas.microsoft.com/office/drawing/2010/main">
                    <a:noFill/>
                  </a14:hiddenFill>
                </a:ext>
              </a:extLst>
            </p:spPr>
          </p:cxnSp>
          <p:cxnSp>
            <p:nvCxnSpPr>
              <p:cNvPr id="5133" name="Straight Connector 23"/>
              <p:cNvCxnSpPr>
                <a:cxnSpLocks noChangeShapeType="1"/>
              </p:cNvCxnSpPr>
              <p:nvPr userDrawn="1"/>
            </p:nvCxnSpPr>
            <p:spPr bwMode="auto">
              <a:xfrm flipV="1">
                <a:off x="236351" y="47182"/>
                <a:ext cx="0" cy="583326"/>
              </a:xfrm>
              <a:prstGeom prst="line">
                <a:avLst/>
              </a:prstGeom>
              <a:noFill/>
              <a:ln w="28575" algn="ctr">
                <a:solidFill>
                  <a:srgbClr val="E71303"/>
                </a:solidFill>
                <a:round/>
                <a:headEnd/>
                <a:tailEnd/>
              </a:ln>
              <a:extLst>
                <a:ext uri="{909E8E84-426E-40DD-AFC4-6F175D3DCCD1}">
                  <a14:hiddenFill xmlns:a14="http://schemas.microsoft.com/office/drawing/2010/main">
                    <a:noFill/>
                  </a14:hiddenFill>
                </a:ext>
              </a:extLst>
            </p:spPr>
          </p:cxnSp>
        </p:grpSp>
        <p:grpSp>
          <p:nvGrpSpPr>
            <p:cNvPr id="5129" name="Group 14"/>
            <p:cNvGrpSpPr>
              <a:grpSpLocks/>
            </p:cNvGrpSpPr>
            <p:nvPr userDrawn="1"/>
          </p:nvGrpSpPr>
          <p:grpSpPr bwMode="auto">
            <a:xfrm>
              <a:off x="8210060" y="6013935"/>
              <a:ext cx="832994" cy="363300"/>
              <a:chOff x="8210060" y="6013935"/>
              <a:chExt cx="832994" cy="363300"/>
            </a:xfrm>
          </p:grpSpPr>
          <p:cxnSp>
            <p:nvCxnSpPr>
              <p:cNvPr id="5130" name="Straight Connector 21"/>
              <p:cNvCxnSpPr>
                <a:cxnSpLocks noChangeShapeType="1"/>
              </p:cNvCxnSpPr>
              <p:nvPr userDrawn="1"/>
            </p:nvCxnSpPr>
            <p:spPr bwMode="auto">
              <a:xfrm>
                <a:off x="8210060" y="6295173"/>
                <a:ext cx="832994" cy="1"/>
              </a:xfrm>
              <a:prstGeom prst="line">
                <a:avLst/>
              </a:prstGeom>
              <a:noFill/>
              <a:ln w="28575" algn="ctr">
                <a:solidFill>
                  <a:srgbClr val="E71303"/>
                </a:solidFill>
                <a:round/>
                <a:headEnd/>
                <a:tailEnd/>
              </a:ln>
              <a:extLst>
                <a:ext uri="{909E8E84-426E-40DD-AFC4-6F175D3DCCD1}">
                  <a14:hiddenFill xmlns:a14="http://schemas.microsoft.com/office/drawing/2010/main">
                    <a:noFill/>
                  </a14:hiddenFill>
                </a:ext>
              </a:extLst>
            </p:spPr>
          </p:cxnSp>
          <p:cxnSp>
            <p:nvCxnSpPr>
              <p:cNvPr id="5131" name="Straight Connector 26"/>
              <p:cNvCxnSpPr>
                <a:cxnSpLocks noChangeShapeType="1"/>
              </p:cNvCxnSpPr>
              <p:nvPr userDrawn="1"/>
            </p:nvCxnSpPr>
            <p:spPr bwMode="auto">
              <a:xfrm>
                <a:off x="8964900" y="6013935"/>
                <a:ext cx="0" cy="363300"/>
              </a:xfrm>
              <a:prstGeom prst="line">
                <a:avLst/>
              </a:prstGeom>
              <a:noFill/>
              <a:ln w="28575" algn="ctr">
                <a:solidFill>
                  <a:srgbClr val="E71303"/>
                </a:solidFill>
                <a:round/>
                <a:headEnd/>
                <a:tailEnd/>
              </a:ln>
              <a:extLst>
                <a:ext uri="{909E8E84-426E-40DD-AFC4-6F175D3DCCD1}">
                  <a14:hiddenFill xmlns:a14="http://schemas.microsoft.com/office/drawing/2010/main">
                    <a:noFill/>
                  </a14:hiddenFill>
                </a:ext>
              </a:extLst>
            </p:spPr>
          </p:cxnSp>
        </p:grpSp>
      </p:grpSp>
      <p:sp>
        <p:nvSpPr>
          <p:cNvPr id="5" name="Footer Placeholder 4"/>
          <p:cNvSpPr>
            <a:spLocks noGrp="1"/>
          </p:cNvSpPr>
          <p:nvPr>
            <p:ph type="ftr" sz="quarter" idx="3"/>
          </p:nvPr>
        </p:nvSpPr>
        <p:spPr>
          <a:xfrm>
            <a:off x="0" y="6400800"/>
            <a:ext cx="8615363" cy="504825"/>
          </a:xfrm>
          <a:prstGeom prst="rect">
            <a:avLst/>
          </a:prstGeom>
        </p:spPr>
        <p:txBody>
          <a:bodyPr vert="horz" lIns="91440" tIns="45720" rIns="91440" bIns="45720" rtlCol="0" anchor="ctr"/>
          <a:lstStyle>
            <a:lvl1pPr algn="l" eaLnBrk="1" hangingPunct="1">
              <a:spcBef>
                <a:spcPct val="20000"/>
              </a:spcBef>
              <a:buFontTx/>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cSld>
  <p:clrMap bg1="lt1" tx1="dk1" bg2="lt2" tx2="dk2" accent1="accent1" accent2="accent2" accent3="accent3" accent4="accent4" accent5="accent5" accent6="accent6" hlink="hlink" folHlink="folHlink"/>
  <p:sldLayoutIdLst>
    <p:sldLayoutId id="2147483773" r:id="rId1"/>
  </p:sldLayoutIdLst>
  <p:transition spd="slow">
    <p:blinds dir="vert"/>
  </p:transition>
  <p:hf hdr="0" ft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Calibri" pitchFamily="34" charset="0"/>
        </a:defRPr>
      </a:lvl2pPr>
      <a:lvl3pPr algn="ctr" rtl="0" eaLnBrk="0" fontAlgn="base" hangingPunct="0">
        <a:spcBef>
          <a:spcPct val="0"/>
        </a:spcBef>
        <a:spcAft>
          <a:spcPct val="0"/>
        </a:spcAft>
        <a:defRPr sz="3300">
          <a:solidFill>
            <a:srgbClr val="0D0D0D"/>
          </a:solidFill>
          <a:latin typeface="Calibri" pitchFamily="34" charset="0"/>
        </a:defRPr>
      </a:lvl3pPr>
      <a:lvl4pPr algn="ctr" rtl="0" eaLnBrk="0" fontAlgn="base" hangingPunct="0">
        <a:spcBef>
          <a:spcPct val="0"/>
        </a:spcBef>
        <a:spcAft>
          <a:spcPct val="0"/>
        </a:spcAft>
        <a:defRPr sz="3300">
          <a:solidFill>
            <a:srgbClr val="0D0D0D"/>
          </a:solidFill>
          <a:latin typeface="Calibri" pitchFamily="34" charset="0"/>
        </a:defRPr>
      </a:lvl4pPr>
      <a:lvl5pPr algn="ctr" rtl="0" eaLnBrk="0" fontAlgn="base" hangingPunct="0">
        <a:spcBef>
          <a:spcPct val="0"/>
        </a:spcBef>
        <a:spcAft>
          <a:spcPct val="0"/>
        </a:spcAft>
        <a:defRPr sz="3300">
          <a:solidFill>
            <a:srgbClr val="0D0D0D"/>
          </a:solidFill>
          <a:latin typeface="Calibri"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685800"/>
            <a:ext cx="1905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6147" name="Rectangle 3"/>
          <p:cNvSpPr>
            <a:spLocks noGrp="1" noChangeAspect="1" noChangeArrowheads="1"/>
          </p:cNvSpPr>
          <p:nvPr>
            <p:ph type="title"/>
          </p:nvPr>
        </p:nvSpPr>
        <p:spPr bwMode="auto">
          <a:xfrm>
            <a:off x="76200" y="77788"/>
            <a:ext cx="90678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a:t>Name fgchmvb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BD6B624B-7176-4A56-8A05-81E52141358D}" type="slidenum">
              <a:rPr lang="en-US"/>
              <a:pPr>
                <a:defRPr/>
              </a:pPr>
              <a:t>‹#›</a:t>
            </a:fld>
            <a:endParaRPr lang="en-US"/>
          </a:p>
        </p:txBody>
      </p:sp>
      <p:sp>
        <p:nvSpPr>
          <p:cNvPr id="5" name="Footer Placeholder 4"/>
          <p:cNvSpPr>
            <a:spLocks noGrp="1"/>
          </p:cNvSpPr>
          <p:nvPr>
            <p:ph type="ftr" sz="quarter" idx="3"/>
          </p:nvPr>
        </p:nvSpPr>
        <p:spPr>
          <a:xfrm>
            <a:off x="0" y="6324600"/>
            <a:ext cx="8605838" cy="533400"/>
          </a:xfrm>
          <a:prstGeom prst="rect">
            <a:avLst/>
          </a:prstGeom>
          <a:noFill/>
        </p:spPr>
        <p:txBody>
          <a:bodyPr vert="horz" lIns="91440" tIns="45720" rIns="91440" bIns="45720" rtlCol="0" anchor="ctr"/>
          <a:lstStyle>
            <a:lvl1pPr algn="l" eaLnBrk="1" hangingPunct="1">
              <a:spcBef>
                <a:spcPct val="20000"/>
              </a:spcBef>
              <a:buFontTx/>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pic>
        <p:nvPicPr>
          <p:cNvPr id="615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5400" y="685800"/>
            <a:ext cx="1905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74" r:id="rId1"/>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ftr="0" dt="0"/>
  <p:txStyles>
    <p:titleStyle>
      <a:lvl1pPr algn="ctr" rtl="0" eaLnBrk="0" fontAlgn="base" hangingPunct="0">
        <a:spcBef>
          <a:spcPct val="0"/>
        </a:spcBef>
        <a:spcAft>
          <a:spcPct val="0"/>
        </a:spcAft>
        <a:defRPr sz="4000">
          <a:solidFill>
            <a:srgbClr val="984807"/>
          </a:solidFill>
          <a:latin typeface="+mj-lt"/>
          <a:ea typeface="+mj-ea"/>
          <a:cs typeface="+mj-cs"/>
        </a:defRPr>
      </a:lvl1pPr>
      <a:lvl2pPr algn="ctr" rtl="0" eaLnBrk="0" fontAlgn="base" hangingPunct="0">
        <a:spcBef>
          <a:spcPct val="0"/>
        </a:spcBef>
        <a:spcAft>
          <a:spcPct val="0"/>
        </a:spcAft>
        <a:defRPr sz="4000">
          <a:solidFill>
            <a:srgbClr val="984807"/>
          </a:solidFill>
          <a:latin typeface="Calibri" pitchFamily="34" charset="0"/>
        </a:defRPr>
      </a:lvl2pPr>
      <a:lvl3pPr algn="ctr" rtl="0" eaLnBrk="0" fontAlgn="base" hangingPunct="0">
        <a:spcBef>
          <a:spcPct val="0"/>
        </a:spcBef>
        <a:spcAft>
          <a:spcPct val="0"/>
        </a:spcAft>
        <a:defRPr sz="4000">
          <a:solidFill>
            <a:srgbClr val="984807"/>
          </a:solidFill>
          <a:latin typeface="Calibri" pitchFamily="34" charset="0"/>
        </a:defRPr>
      </a:lvl3pPr>
      <a:lvl4pPr algn="ctr" rtl="0" eaLnBrk="0" fontAlgn="base" hangingPunct="0">
        <a:spcBef>
          <a:spcPct val="0"/>
        </a:spcBef>
        <a:spcAft>
          <a:spcPct val="0"/>
        </a:spcAft>
        <a:defRPr sz="4000">
          <a:solidFill>
            <a:srgbClr val="984807"/>
          </a:solidFill>
          <a:latin typeface="Calibri" pitchFamily="34" charset="0"/>
        </a:defRPr>
      </a:lvl4pPr>
      <a:lvl5pPr algn="ctr" rtl="0" eaLnBrk="0" fontAlgn="base" hangingPunct="0">
        <a:spcBef>
          <a:spcPct val="0"/>
        </a:spcBef>
        <a:spcAft>
          <a:spcPct val="0"/>
        </a:spcAft>
        <a:defRPr sz="4000">
          <a:solidFill>
            <a:srgbClr val="984807"/>
          </a:solidFill>
          <a:latin typeface="Calibri"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  - colorat diferit</a:t>
            </a:r>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628725C1-6939-4727-96A2-4D3F33A644D3}" type="slidenum">
              <a:rPr lang="en-US"/>
              <a:pPr>
                <a:defRPr/>
              </a:pPr>
              <a:t>‹#›</a:t>
            </a:fld>
            <a:endParaRPr lang="en-US"/>
          </a:p>
        </p:txBody>
      </p:sp>
      <p:sp>
        <p:nvSpPr>
          <p:cNvPr id="5" name="Footer Placeholder 4"/>
          <p:cNvSpPr>
            <a:spLocks noGrp="1"/>
          </p:cNvSpPr>
          <p:nvPr>
            <p:ph type="ftr" sz="quarter" idx="3"/>
          </p:nvPr>
        </p:nvSpPr>
        <p:spPr>
          <a:xfrm>
            <a:off x="0" y="6400800"/>
            <a:ext cx="8643938" cy="457200"/>
          </a:xfrm>
          <a:prstGeom prst="rect">
            <a:avLst/>
          </a:prstGeom>
          <a:noFill/>
        </p:spPr>
        <p:txBody>
          <a:bodyPr vert="horz" lIns="91440" tIns="45720" rIns="91440" bIns="45720" rtlCol="0" anchor="ctr"/>
          <a:lstStyle>
            <a:lvl1pPr algn="l" eaLnBrk="1" hangingPunct="1">
              <a:spcBef>
                <a:spcPct val="20000"/>
              </a:spcBef>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7174" name="Picture 14"/>
          <p:cNvSpPr>
            <a:spLocks noChangeAspect="1" noChangeArrowheads="1"/>
          </p:cNvSpPr>
          <p:nvPr/>
        </p:nvSpPr>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nvGrpSpPr>
          <p:cNvPr id="7175" name="Group 2"/>
          <p:cNvGrpSpPr>
            <a:grpSpLocks/>
          </p:cNvGrpSpPr>
          <p:nvPr/>
        </p:nvGrpSpPr>
        <p:grpSpPr bwMode="auto">
          <a:xfrm>
            <a:off x="8561388" y="0"/>
            <a:ext cx="582612" cy="609600"/>
            <a:chOff x="8513384" y="0"/>
            <a:chExt cx="582991" cy="609600"/>
          </a:xfrm>
        </p:grpSpPr>
        <p:sp>
          <p:nvSpPr>
            <p:cNvPr id="7176" name="Picture 18"/>
            <p:cNvSpPr>
              <a:spLocks noChangeAspect="1" noChangeArrowheads="1"/>
            </p:cNvSpPr>
            <p:nvPr userDrawn="1"/>
          </p:nvSpPr>
          <p:spPr bwMode="auto">
            <a:xfrm>
              <a:off x="8513384" y="138113"/>
              <a:ext cx="362185"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7177" name="Picture 19"/>
            <p:cNvSpPr>
              <a:spLocks noChangeAspect="1" noChangeArrowheads="1"/>
            </p:cNvSpPr>
            <p:nvPr userDrawn="1"/>
          </p:nvSpPr>
          <p:spPr bwMode="auto">
            <a:xfrm>
              <a:off x="8915282" y="0"/>
              <a:ext cx="181093"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spTree>
  </p:cSld>
  <p:clrMap bg1="lt1" tx1="dk1" bg2="lt2" tx2="dk2" accent1="accent1" accent2="accent2" accent3="accent3" accent4="accent4" accent5="accent5" accent6="accent6" hlink="hlink" folHlink="folHlink"/>
  <p:sldLayoutIdLst>
    <p:sldLayoutId id="2147483775" r:id="rId1"/>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ft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Calibri" pitchFamily="34" charset="0"/>
        </a:defRPr>
      </a:lvl2pPr>
      <a:lvl3pPr algn="ctr" rtl="0" eaLnBrk="0" fontAlgn="base" hangingPunct="0">
        <a:spcBef>
          <a:spcPct val="0"/>
        </a:spcBef>
        <a:spcAft>
          <a:spcPct val="0"/>
        </a:spcAft>
        <a:defRPr sz="3000">
          <a:solidFill>
            <a:srgbClr val="0D0D0D"/>
          </a:solidFill>
          <a:latin typeface="Calibri" pitchFamily="34" charset="0"/>
        </a:defRPr>
      </a:lvl3pPr>
      <a:lvl4pPr algn="ctr" rtl="0" eaLnBrk="0" fontAlgn="base" hangingPunct="0">
        <a:spcBef>
          <a:spcPct val="0"/>
        </a:spcBef>
        <a:spcAft>
          <a:spcPct val="0"/>
        </a:spcAft>
        <a:defRPr sz="3000">
          <a:solidFill>
            <a:srgbClr val="0D0D0D"/>
          </a:solidFill>
          <a:latin typeface="Calibri" pitchFamily="34" charset="0"/>
        </a:defRPr>
      </a:lvl4pPr>
      <a:lvl5pPr algn="ctr" rtl="0" eaLnBrk="0" fontAlgn="base" hangingPunct="0">
        <a:spcBef>
          <a:spcPct val="0"/>
        </a:spcBef>
        <a:spcAft>
          <a:spcPct val="0"/>
        </a:spcAft>
        <a:defRPr sz="3000">
          <a:solidFill>
            <a:srgbClr val="0D0D0D"/>
          </a:solidFill>
          <a:latin typeface="Calibri"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Picture 4"/>
          <p:cNvSpPr>
            <a:spLocks noChangeAspect="1" noChangeArrowheads="1"/>
          </p:cNvSpPr>
          <p:nvPr/>
        </p:nvSpPr>
        <p:spPr bwMode="auto">
          <a:xfrm>
            <a:off x="0" y="990600"/>
            <a:ext cx="9144000" cy="5351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  - colorat diferit</a:t>
            </a:r>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65D2227D-DBA9-4962-B475-0594C5304F68}" type="slidenum">
              <a:rPr lang="en-US"/>
              <a:pPr>
                <a:defRPr/>
              </a:pPr>
              <a:t>‹#›</a:t>
            </a:fld>
            <a:endParaRPr lang="en-US"/>
          </a:p>
        </p:txBody>
      </p:sp>
      <p:sp>
        <p:nvSpPr>
          <p:cNvPr id="5" name="Footer Placeholder 4"/>
          <p:cNvSpPr>
            <a:spLocks noGrp="1"/>
          </p:cNvSpPr>
          <p:nvPr>
            <p:ph type="ftr" sz="quarter" idx="3"/>
          </p:nvPr>
        </p:nvSpPr>
        <p:spPr>
          <a:xfrm>
            <a:off x="0" y="6400800"/>
            <a:ext cx="8643938" cy="457200"/>
          </a:xfrm>
          <a:prstGeom prst="rect">
            <a:avLst/>
          </a:prstGeom>
          <a:noFill/>
        </p:spPr>
        <p:txBody>
          <a:bodyPr vert="horz" lIns="91440" tIns="45720" rIns="91440" bIns="45720" rtlCol="0" anchor="ctr"/>
          <a:lstStyle>
            <a:lvl1pPr algn="l" eaLnBrk="1" hangingPunct="1">
              <a:spcBef>
                <a:spcPct val="20000"/>
              </a:spcBef>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198" name="Picture 2"/>
          <p:cNvSpPr>
            <a:spLocks noChangeAspect="1" noChangeArrowheads="1"/>
          </p:cNvSpPr>
          <p:nvPr/>
        </p:nvSpPr>
        <p:spPr bwMode="auto">
          <a:xfrm>
            <a:off x="0" y="0"/>
            <a:ext cx="9144000" cy="576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8199"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ASK THE EXPERTS</a:t>
            </a:r>
          </a:p>
        </p:txBody>
      </p:sp>
      <p:sp>
        <p:nvSpPr>
          <p:cNvPr id="8200" name="Picture 3"/>
          <p:cNvSpPr>
            <a:spLocks noChangeAspect="1" noChangeArrowheads="1"/>
          </p:cNvSpPr>
          <p:nvPr/>
        </p:nvSpPr>
        <p:spPr bwMode="auto">
          <a:xfrm>
            <a:off x="0" y="533400"/>
            <a:ext cx="9144000" cy="576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767" r:id="rId1"/>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ft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Calibri" pitchFamily="34" charset="0"/>
        </a:defRPr>
      </a:lvl2pPr>
      <a:lvl3pPr algn="l" rtl="0" eaLnBrk="0" fontAlgn="base" hangingPunct="0">
        <a:spcBef>
          <a:spcPct val="0"/>
        </a:spcBef>
        <a:spcAft>
          <a:spcPct val="0"/>
        </a:spcAft>
        <a:defRPr sz="3200">
          <a:solidFill>
            <a:schemeClr val="bg1"/>
          </a:solidFill>
          <a:latin typeface="Calibri" pitchFamily="34" charset="0"/>
        </a:defRPr>
      </a:lvl3pPr>
      <a:lvl4pPr algn="l" rtl="0" eaLnBrk="0" fontAlgn="base" hangingPunct="0">
        <a:spcBef>
          <a:spcPct val="0"/>
        </a:spcBef>
        <a:spcAft>
          <a:spcPct val="0"/>
        </a:spcAft>
        <a:defRPr sz="3200">
          <a:solidFill>
            <a:schemeClr val="bg1"/>
          </a:solidFill>
          <a:latin typeface="Calibri" pitchFamily="34" charset="0"/>
        </a:defRPr>
      </a:lvl4pPr>
      <a:lvl5pPr algn="l" rtl="0" eaLnBrk="0" fontAlgn="base" hangingPunct="0">
        <a:spcBef>
          <a:spcPct val="0"/>
        </a:spcBef>
        <a:spcAft>
          <a:spcPct val="0"/>
        </a:spcAft>
        <a:defRPr sz="3200">
          <a:solidFill>
            <a:schemeClr val="bg1"/>
          </a:solidFill>
          <a:latin typeface="Calibri"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spect="1" noChangeArrowheads="1"/>
          </p:cNvSpPr>
          <p:nvPr>
            <p:ph type="title"/>
          </p:nvPr>
        </p:nvSpPr>
        <p:spPr bwMode="auto">
          <a:xfrm>
            <a:off x="2008188" y="0"/>
            <a:ext cx="71358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rgbClr val="002060"/>
                </a:solidFill>
                <a:latin typeface="Calibri" panose="020F0502020204030204" pitchFamily="34" charset="0"/>
              </a:defRPr>
            </a:lvl1pPr>
          </a:lstStyle>
          <a:p>
            <a:pPr>
              <a:defRPr/>
            </a:pPr>
            <a:fld id="{D55F2B1A-4995-4027-8C1D-19FF50DC3585}" type="slidenum">
              <a:rPr lang="en-US"/>
              <a:pPr>
                <a:defRPr/>
              </a:pPr>
              <a:t>‹#›</a:t>
            </a:fld>
            <a:endParaRPr lang="en-US"/>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9221" name="Group 2"/>
          <p:cNvGrpSpPr>
            <a:grpSpLocks/>
          </p:cNvGrpSpPr>
          <p:nvPr/>
        </p:nvGrpSpPr>
        <p:grpSpPr bwMode="auto">
          <a:xfrm>
            <a:off x="31750" y="73025"/>
            <a:ext cx="1976438" cy="6251575"/>
            <a:chOff x="26319" y="75430"/>
            <a:chExt cx="1976315" cy="6409508"/>
          </a:xfrm>
        </p:grpSpPr>
        <p:sp>
          <p:nvSpPr>
            <p:cNvPr id="9226" name="Picture 11"/>
            <p:cNvSpPr>
              <a:spLocks noChangeAspect="1" noChangeArrowheads="1"/>
            </p:cNvSpPr>
            <p:nvPr userDrawn="1"/>
          </p:nvSpPr>
          <p:spPr bwMode="auto">
            <a:xfrm>
              <a:off x="26319" y="75430"/>
              <a:ext cx="1976315" cy="522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9227" name="Picture 12"/>
            <p:cNvSpPr>
              <a:spLocks noChangeAspect="1" noChangeArrowheads="1"/>
            </p:cNvSpPr>
            <p:nvPr userDrawn="1"/>
          </p:nvSpPr>
          <p:spPr bwMode="auto">
            <a:xfrm>
              <a:off x="26319" y="563711"/>
              <a:ext cx="390501" cy="5921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grpSp>
        <p:nvGrpSpPr>
          <p:cNvPr id="9222" name="Group 1"/>
          <p:cNvGrpSpPr>
            <a:grpSpLocks/>
          </p:cNvGrpSpPr>
          <p:nvPr/>
        </p:nvGrpSpPr>
        <p:grpSpPr bwMode="auto">
          <a:xfrm>
            <a:off x="8218488" y="750888"/>
            <a:ext cx="893762" cy="5573712"/>
            <a:chOff x="8229600" y="750888"/>
            <a:chExt cx="893380" cy="5734050"/>
          </a:xfrm>
        </p:grpSpPr>
        <p:sp>
          <p:nvSpPr>
            <p:cNvPr id="9224" name="Picture 12"/>
            <p:cNvSpPr>
              <a:spLocks noChangeAspect="1" noChangeArrowheads="1"/>
            </p:cNvSpPr>
            <p:nvPr userDrawn="1"/>
          </p:nvSpPr>
          <p:spPr bwMode="auto">
            <a:xfrm>
              <a:off x="9032532" y="750888"/>
              <a:ext cx="90448"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sp>
          <p:nvSpPr>
            <p:cNvPr id="9225" name="Picture 13"/>
            <p:cNvSpPr>
              <a:spLocks noChangeAspect="1" noChangeArrowheads="1"/>
            </p:cNvSpPr>
            <p:nvPr userDrawn="1"/>
          </p:nvSpPr>
          <p:spPr bwMode="auto">
            <a:xfrm>
              <a:off x="8229600" y="6434310"/>
              <a:ext cx="893380" cy="50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p>
          </p:txBody>
        </p:sp>
      </p:grpSp>
      <p:sp>
        <p:nvSpPr>
          <p:cNvPr id="5" name="Footer Placeholder 4"/>
          <p:cNvSpPr>
            <a:spLocks noGrp="1"/>
          </p:cNvSpPr>
          <p:nvPr>
            <p:ph type="ftr" sz="quarter" idx="3"/>
          </p:nvPr>
        </p:nvSpPr>
        <p:spPr>
          <a:xfrm>
            <a:off x="0" y="6324600"/>
            <a:ext cx="8637588" cy="533400"/>
          </a:xfrm>
          <a:prstGeom prst="rect">
            <a:avLst/>
          </a:prstGeom>
        </p:spPr>
        <p:txBody>
          <a:bodyPr vert="horz" lIns="91440" tIns="45720" rIns="91440" bIns="45720" rtlCol="0" anchor="ctr"/>
          <a:lstStyle>
            <a:lvl1pPr algn="l" eaLnBrk="1" hangingPunct="1">
              <a:spcBef>
                <a:spcPct val="20000"/>
              </a:spcBef>
              <a:buNone/>
              <a:defRPr sz="1000">
                <a:solidFill>
                  <a:srgbClr val="000000"/>
                </a:solidFill>
                <a:latin typeface="+mn-lt"/>
                <a:cs typeface="Arial" pitchFamily="34" charset="0"/>
              </a:defRPr>
            </a:lvl1pPr>
          </a:lstStyle>
          <a:p>
            <a:pPr>
              <a:defRPr/>
            </a:pPr>
            <a:r>
              <a:rPr lang="en-US"/>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Tree>
  </p:cSld>
  <p:clrMap bg1="lt1" tx1="dk1" bg2="lt2" tx2="dk2" accent1="accent1" accent2="accent2" accent3="accent3" accent4="accent4" accent5="accent5" accent6="accent6" hlink="hlink" folHlink="folHlink"/>
  <p:sldLayoutIdLst>
    <p:sldLayoutId id="2147483776" r:id="rId1"/>
  </p:sldLayoutIdLst>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ft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Calibri" pitchFamily="34" charset="0"/>
        </a:defRPr>
      </a:lvl2pPr>
      <a:lvl3pPr algn="l" rtl="0" eaLnBrk="0" fontAlgn="base" hangingPunct="0">
        <a:spcBef>
          <a:spcPct val="0"/>
        </a:spcBef>
        <a:spcAft>
          <a:spcPct val="0"/>
        </a:spcAft>
        <a:defRPr sz="3400">
          <a:solidFill>
            <a:schemeClr val="tx1"/>
          </a:solidFill>
          <a:latin typeface="Calibri" pitchFamily="34" charset="0"/>
        </a:defRPr>
      </a:lvl3pPr>
      <a:lvl4pPr algn="l" rtl="0" eaLnBrk="0" fontAlgn="base" hangingPunct="0">
        <a:spcBef>
          <a:spcPct val="0"/>
        </a:spcBef>
        <a:spcAft>
          <a:spcPct val="0"/>
        </a:spcAft>
        <a:defRPr sz="3400">
          <a:solidFill>
            <a:schemeClr val="tx1"/>
          </a:solidFill>
          <a:latin typeface="Calibri" pitchFamily="34" charset="0"/>
        </a:defRPr>
      </a:lvl4pPr>
      <a:lvl5pPr algn="l" rtl="0" eaLnBrk="0" fontAlgn="base" hangingPunct="0">
        <a:spcBef>
          <a:spcPct val="0"/>
        </a:spcBef>
        <a:spcAft>
          <a:spcPct val="0"/>
        </a:spcAft>
        <a:defRPr sz="3400">
          <a:solidFill>
            <a:schemeClr val="tx1"/>
          </a:solidFill>
          <a:latin typeface="Calibri"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95437" y="152400"/>
            <a:ext cx="8686800" cy="762000"/>
          </a:xfrm>
        </p:spPr>
        <p:txBody>
          <a:bodyPr/>
          <a:lstStyle/>
          <a:p>
            <a:pPr lvl="0">
              <a:spcBef>
                <a:spcPct val="20000"/>
              </a:spcBef>
              <a:defRPr/>
            </a:pPr>
            <a:r>
              <a:rPr kumimoji="0" lang="en-US" sz="4400" b="1" i="0" u="none" strike="noStrike" kern="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r>
            <a:br>
              <a:rPr kumimoji="0" lang="en-US" sz="4400" b="1" i="0" u="none" strike="noStrike" kern="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br>
            <a:r>
              <a:rPr kumimoji="0" lang="en-US" sz="4400" b="1" i="0" u="none" strike="noStrike" kern="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
            </a:r>
            <a:br>
              <a:rPr kumimoji="0" lang="en-US" sz="4400" b="1" i="0" u="none" strike="noStrike" kern="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br>
            <a:r>
              <a:rPr lang="en-US" sz="4400" b="1" dirty="0">
                <a:solidFill>
                  <a:srgbClr val="0070C0"/>
                </a:solidFill>
                <a:latin typeface="Times New Roman" panose="02020603050405020304" pitchFamily="18" charset="0"/>
                <a:ea typeface="+mn-ea"/>
                <a:cs typeface="Times New Roman" panose="02020603050405020304" pitchFamily="18" charset="0"/>
              </a:rPr>
              <a:t>Introduction to </a:t>
            </a:r>
            <a:r>
              <a:rPr lang="en-US" sz="4400" b="1" dirty="0" smtClean="0">
                <a:solidFill>
                  <a:srgbClr val="0070C0"/>
                </a:solidFill>
                <a:latin typeface="Times New Roman" panose="02020603050405020304" pitchFamily="18" charset="0"/>
                <a:ea typeface="+mn-ea"/>
                <a:cs typeface="Times New Roman" panose="02020603050405020304" pitchFamily="18" charset="0"/>
              </a:rPr>
              <a:t>Entrepreneurship</a:t>
            </a:r>
            <a:r>
              <a:rPr lang="en-US" sz="4400" b="1" dirty="0">
                <a:solidFill>
                  <a:srgbClr val="0070C0"/>
                </a:solidFill>
                <a:latin typeface="Times New Roman" panose="02020603050405020304" pitchFamily="18" charset="0"/>
                <a:ea typeface="+mn-ea"/>
                <a:cs typeface="Times New Roman" panose="02020603050405020304" pitchFamily="18" charset="0"/>
              </a:rPr>
              <a:t/>
            </a:r>
            <a:br>
              <a:rPr lang="en-US" sz="4400" b="1" dirty="0">
                <a:solidFill>
                  <a:srgbClr val="0070C0"/>
                </a:solidFill>
                <a:latin typeface="Times New Roman" panose="02020603050405020304" pitchFamily="18" charset="0"/>
                <a:ea typeface="+mn-ea"/>
                <a:cs typeface="Times New Roman" panose="02020603050405020304" pitchFamily="18" charset="0"/>
              </a:rPr>
            </a:br>
            <a:r>
              <a:rPr kumimoji="0" lang="en-US" sz="4400" b="1" i="0" u="none" strike="noStrike" kern="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r>
            <a:br>
              <a:rPr kumimoji="0" lang="en-US" sz="4400" b="1" i="0" u="none" strike="noStrike" kern="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br>
            <a:endParaRPr lang="en-US" dirty="0"/>
          </a:p>
        </p:txBody>
      </p:sp>
      <p:sp>
        <p:nvSpPr>
          <p:cNvPr id="21507" name="Content Placeholder 2"/>
          <p:cNvSpPr>
            <a:spLocks noGrp="1"/>
          </p:cNvSpPr>
          <p:nvPr>
            <p:ph idx="1"/>
          </p:nvPr>
        </p:nvSpPr>
        <p:spPr/>
        <p:txBody>
          <a:bodyPr/>
          <a:lstStyle/>
          <a:p>
            <a:pPr marL="0" indent="0" algn="ctr">
              <a:buFontTx/>
              <a:buNone/>
            </a:pPr>
            <a:r>
              <a:rPr lang="en-US" sz="3600" b="1" dirty="0" smtClean="0">
                <a:solidFill>
                  <a:srgbClr val="92D050"/>
                </a:solidFill>
                <a:latin typeface="Times New Roman" panose="02020603050405020304" pitchFamily="18" charset="0"/>
                <a:cs typeface="Times New Roman" panose="02020603050405020304" pitchFamily="18" charset="0"/>
              </a:rPr>
              <a:t>Chapter 01</a:t>
            </a:r>
          </a:p>
          <a:p>
            <a:pPr marL="0" indent="0" algn="ctr">
              <a:buFontTx/>
              <a:buNone/>
            </a:pPr>
            <a:endParaRPr lang="en-US" dirty="0"/>
          </a:p>
        </p:txBody>
      </p:sp>
      <p:sp>
        <p:nvSpPr>
          <p:cNvPr id="21508" name="Slide Number Placeholder 3"/>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chemeClr val="tx2"/>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2"/>
                </a:solidFill>
                <a:latin typeface="Calibri" panose="020F0502020204030204" pitchFamily="34" charset="0"/>
              </a:defRPr>
            </a:lvl2pPr>
            <a:lvl3pPr marL="1143000" indent="-228600">
              <a:spcBef>
                <a:spcPct val="20000"/>
              </a:spcBef>
              <a:buSzPct val="90000"/>
              <a:buChar char="•"/>
              <a:defRPr sz="2800">
                <a:solidFill>
                  <a:schemeClr val="tx2"/>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2"/>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2"/>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2"/>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2"/>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2"/>
                </a:solidFill>
                <a:latin typeface="Calibri" panose="020F0502020204030204" pitchFamily="34" charset="0"/>
              </a:defRPr>
            </a:lvl9pPr>
          </a:lstStyle>
          <a:p>
            <a:pPr>
              <a:spcBef>
                <a:spcPct val="0"/>
              </a:spcBef>
              <a:buFontTx/>
              <a:buNone/>
            </a:pPr>
            <a:fld id="{51B37F6E-B685-458D-8874-7654FB2C7133}" type="slidenum">
              <a:rPr lang="en-US" sz="1200" smtClean="0">
                <a:solidFill>
                  <a:srgbClr val="002060"/>
                </a:solidFill>
              </a:rPr>
              <a:pPr>
                <a:spcBef>
                  <a:spcPct val="0"/>
                </a:spcBef>
                <a:buFontTx/>
                <a:buNone/>
              </a:pPr>
              <a:t>1</a:t>
            </a:fld>
            <a:endParaRPr lang="en-US" sz="1200">
              <a:solidFill>
                <a:srgbClr val="002060"/>
              </a:solidFill>
            </a:endParaRPr>
          </a:p>
        </p:txBody>
      </p:sp>
    </p:spTree>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28600" y="101600"/>
            <a:ext cx="8686800" cy="860425"/>
          </a:xfrm>
        </p:spPr>
        <p:txBody>
          <a:bodyPr/>
          <a:lstStyle/>
          <a:p>
            <a:r>
              <a:rPr lang="en-US" sz="4400" b="1" dirty="0">
                <a:solidFill>
                  <a:srgbClr val="00B050"/>
                </a:solidFill>
              </a:rPr>
              <a:t>Definition of </a:t>
            </a:r>
            <a:r>
              <a:rPr lang="en-US" sz="4400" b="1" dirty="0" smtClean="0">
                <a:solidFill>
                  <a:srgbClr val="00B050"/>
                </a:solidFill>
              </a:rPr>
              <a:t>Entrepreneur</a:t>
            </a:r>
            <a:endParaRPr lang="en-US" sz="4400" b="1" dirty="0">
              <a:solidFill>
                <a:srgbClr val="00B050"/>
              </a:solidFill>
            </a:endParaRPr>
          </a:p>
        </p:txBody>
      </p:sp>
      <p:sp>
        <p:nvSpPr>
          <p:cNvPr id="24579" name="Content Placeholder 2"/>
          <p:cNvSpPr>
            <a:spLocks noGrp="1"/>
          </p:cNvSpPr>
          <p:nvPr>
            <p:ph idx="1"/>
          </p:nvPr>
        </p:nvSpPr>
        <p:spPr>
          <a:xfrm>
            <a:off x="293688" y="1066800"/>
            <a:ext cx="8588375" cy="5486400"/>
          </a:xfrm>
        </p:spPr>
        <p:txBody>
          <a:bodyPr/>
          <a:lstStyle/>
          <a:p>
            <a:pPr marL="0" indent="0" algn="just">
              <a:buNone/>
            </a:pPr>
            <a:r>
              <a:rPr lang="en-US" sz="2400" dirty="0">
                <a:solidFill>
                  <a:schemeClr val="tx1"/>
                </a:solidFill>
              </a:rPr>
              <a:t>The term entrepreneur is a French word, and is derived from the French word “</a:t>
            </a:r>
            <a:r>
              <a:rPr lang="en-US" sz="2400" dirty="0" err="1">
                <a:solidFill>
                  <a:schemeClr val="tx1"/>
                </a:solidFill>
              </a:rPr>
              <a:t>enterprendre</a:t>
            </a:r>
            <a:r>
              <a:rPr lang="en-US" sz="2400" dirty="0">
                <a:solidFill>
                  <a:schemeClr val="tx1"/>
                </a:solidFill>
              </a:rPr>
              <a:t>”. It means “to undertake”. It is commonly used to describe an individual who organizes and operates a business or businesses, taking on financial risk to do so</a:t>
            </a:r>
            <a:r>
              <a:rPr lang="en-US" sz="2400" dirty="0" smtClean="0">
                <a:solidFill>
                  <a:schemeClr val="tx1"/>
                </a:solidFill>
              </a:rPr>
              <a:t>. An </a:t>
            </a:r>
            <a:r>
              <a:rPr lang="en-US" sz="2400" dirty="0">
                <a:solidFill>
                  <a:schemeClr val="tx1"/>
                </a:solidFill>
              </a:rPr>
              <a:t>entrepreneur is someone who exercises initiative by organizing a venture to take benefit of an opportunity and, as the decision maker, decides what, how, and how much of a good or service will be produced. An entrepreneur supplies risk capital as a risk taker and monitors and controls the business activities.</a:t>
            </a:r>
          </a:p>
          <a:p>
            <a:pPr marL="0" indent="0">
              <a:buNone/>
            </a:pPr>
            <a:r>
              <a:rPr lang="en-US" sz="2400" b="1" dirty="0"/>
              <a:t>Let us now consider some definitions to understand who an entrepreneur is</a:t>
            </a:r>
            <a:r>
              <a:rPr lang="en-US" sz="2400" dirty="0"/>
              <a:t>:</a:t>
            </a:r>
          </a:p>
          <a:p>
            <a:pPr marL="0" indent="0">
              <a:buNone/>
            </a:pPr>
            <a:r>
              <a:rPr lang="en-US" sz="2400" b="1" dirty="0" smtClean="0">
                <a:solidFill>
                  <a:schemeClr val="tx1"/>
                </a:solidFill>
              </a:rPr>
              <a:t>According </a:t>
            </a:r>
            <a:r>
              <a:rPr lang="en-US" sz="2400" b="1" dirty="0">
                <a:solidFill>
                  <a:schemeClr val="tx1"/>
                </a:solidFill>
              </a:rPr>
              <a:t>to Oxford Dictionary</a:t>
            </a:r>
            <a:r>
              <a:rPr lang="en-US" sz="2400" dirty="0">
                <a:solidFill>
                  <a:schemeClr val="tx1"/>
                </a:solidFill>
              </a:rPr>
              <a:t>, an entrepreneur is “A person who sets up a business or businesses, taking on financial risks in the hope of profit”.</a:t>
            </a:r>
          </a:p>
          <a:p>
            <a:pPr marL="0" indent="0">
              <a:buNone/>
            </a:pPr>
            <a:endParaRPr lang="en-US" sz="2400" i="1" dirty="0" smtClean="0"/>
          </a:p>
          <a:p>
            <a:pPr marL="0" indent="0">
              <a:buNone/>
            </a:pPr>
            <a:endParaRPr lang="en-US" sz="2400" i="1" dirty="0"/>
          </a:p>
        </p:txBody>
      </p:sp>
      <p:sp>
        <p:nvSpPr>
          <p:cNvPr id="24580" name="Slide Number Placeholder 3"/>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chemeClr val="tx2"/>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2"/>
                </a:solidFill>
                <a:latin typeface="Calibri" panose="020F0502020204030204" pitchFamily="34" charset="0"/>
              </a:defRPr>
            </a:lvl2pPr>
            <a:lvl3pPr marL="1143000" indent="-228600">
              <a:spcBef>
                <a:spcPct val="20000"/>
              </a:spcBef>
              <a:buSzPct val="90000"/>
              <a:buChar char="•"/>
              <a:defRPr sz="2800">
                <a:solidFill>
                  <a:schemeClr val="tx2"/>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2"/>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2"/>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2"/>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2"/>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2"/>
                </a:solidFill>
                <a:latin typeface="Calibri" panose="020F0502020204030204" pitchFamily="34" charset="0"/>
              </a:defRPr>
            </a:lvl9pPr>
          </a:lstStyle>
          <a:p>
            <a:pPr>
              <a:spcBef>
                <a:spcPct val="0"/>
              </a:spcBef>
              <a:buFontTx/>
              <a:buNone/>
            </a:pPr>
            <a:fld id="{9877E4B3-1FAB-4EBE-BC2A-BB71354F5658}" type="slidenum">
              <a:rPr lang="en-US" sz="1200" smtClean="0">
                <a:solidFill>
                  <a:srgbClr val="002060"/>
                </a:solidFill>
              </a:rPr>
              <a:pPr>
                <a:spcBef>
                  <a:spcPct val="0"/>
                </a:spcBef>
                <a:buFontTx/>
                <a:buNone/>
              </a:pPr>
              <a:t>2</a:t>
            </a:fld>
            <a:endParaRPr lang="en-US" sz="1200">
              <a:solidFill>
                <a:srgbClr val="002060"/>
              </a:solidFill>
            </a:endParaRPr>
          </a:p>
        </p:txBody>
      </p:sp>
    </p:spTree>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52400" y="101601"/>
            <a:ext cx="8991600" cy="660400"/>
          </a:xfrm>
        </p:spPr>
        <p:txBody>
          <a:bodyPr wrap="square" anchor="t"/>
          <a:lstStyle/>
          <a:p>
            <a:pPr eaLnBrk="1" hangingPunct="1"/>
            <a:r>
              <a:rPr lang="en-US" altLang="en-US" b="1" dirty="0" smtClean="0">
                <a:solidFill>
                  <a:srgbClr val="00B050"/>
                </a:solidFill>
              </a:rPr>
              <a:t>Definition of Entrepreneur </a:t>
            </a:r>
            <a:endParaRPr lang="en-US" altLang="en-US" b="1" dirty="0">
              <a:solidFill>
                <a:srgbClr val="00B050"/>
              </a:solidFill>
            </a:endParaRPr>
          </a:p>
        </p:txBody>
      </p:sp>
      <p:sp>
        <p:nvSpPr>
          <p:cNvPr id="25603" name="Content Placeholder 2"/>
          <p:cNvSpPr>
            <a:spLocks noGrp="1"/>
          </p:cNvSpPr>
          <p:nvPr>
            <p:ph idx="1"/>
          </p:nvPr>
        </p:nvSpPr>
        <p:spPr>
          <a:xfrm>
            <a:off x="277813" y="990599"/>
            <a:ext cx="8637587" cy="5457825"/>
          </a:xfrm>
        </p:spPr>
        <p:txBody>
          <a:bodyPr/>
          <a:lstStyle/>
          <a:p>
            <a:pPr marL="0" indent="0" eaLnBrk="1" hangingPunct="1">
              <a:buNone/>
            </a:pPr>
            <a:r>
              <a:rPr lang="en-US" altLang="en-US" sz="2400" b="1" dirty="0">
                <a:solidFill>
                  <a:schemeClr val="tx1"/>
                </a:solidFill>
              </a:rPr>
              <a:t>Schumpeter’s Definition </a:t>
            </a:r>
            <a:r>
              <a:rPr lang="en-US" altLang="en-US" sz="2400" dirty="0">
                <a:solidFill>
                  <a:schemeClr val="tx1"/>
                </a:solidFill>
              </a:rPr>
              <a:t>– The entrepreneur, in an advanced economy is an individual who introduces something new in the economy – a method of production not yet tested by experience in the branch of manufacturing, a product with which consumers are not yet familiar, a new source of raw material or of new markets and the like”.</a:t>
            </a:r>
          </a:p>
          <a:p>
            <a:pPr marL="0" indent="0" eaLnBrk="1" hangingPunct="1">
              <a:buNone/>
            </a:pPr>
            <a:r>
              <a:rPr lang="en-US" altLang="en-US" sz="2400" b="1" dirty="0">
                <a:solidFill>
                  <a:schemeClr val="tx1"/>
                </a:solidFill>
              </a:rPr>
              <a:t>Adam Smith’s definition </a:t>
            </a:r>
            <a:r>
              <a:rPr lang="en-US" altLang="en-US" sz="2400" dirty="0">
                <a:solidFill>
                  <a:schemeClr val="tx1"/>
                </a:solidFill>
              </a:rPr>
              <a:t>– “The entrepreneur is an individual, who forms an organization for commercial purpose. She/he is a proprietary capitalist, a supplier of capital, and at the same time a manager who intervenes between the </a:t>
            </a:r>
            <a:r>
              <a:rPr lang="en-US" altLang="en-US" sz="2400" dirty="0" err="1">
                <a:solidFill>
                  <a:schemeClr val="tx1"/>
                </a:solidFill>
              </a:rPr>
              <a:t>labour</a:t>
            </a:r>
            <a:r>
              <a:rPr lang="en-US" altLang="en-US" sz="2400" dirty="0">
                <a:solidFill>
                  <a:schemeClr val="tx1"/>
                </a:solidFill>
              </a:rPr>
              <a:t> and the consumer. “Entrepreneur is an employer, master, merchant but explicitly considered as a capitalist”.</a:t>
            </a:r>
          </a:p>
          <a:p>
            <a:pPr marL="0" indent="0" eaLnBrk="1" hangingPunct="1">
              <a:buNone/>
            </a:pPr>
            <a:endParaRPr lang="en-US" altLang="en-US" sz="2400" dirty="0" smtClean="0">
              <a:solidFill>
                <a:schemeClr val="tx1"/>
              </a:solidFill>
            </a:endParaRPr>
          </a:p>
          <a:p>
            <a:pPr marL="0" indent="0" eaLnBrk="1" hangingPunct="1">
              <a:buNone/>
            </a:pPr>
            <a:endParaRPr lang="en-US" altLang="en-US" sz="2400" dirty="0"/>
          </a:p>
        </p:txBody>
      </p:sp>
      <p:sp>
        <p:nvSpPr>
          <p:cNvPr id="25604"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rgbClr val="005EA4"/>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SzPct val="90000"/>
              <a:buChar char="•"/>
              <a:defRPr sz="2800">
                <a:solidFill>
                  <a:schemeClr val="tx1"/>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1F51A3D0-A351-4F19-B0B4-3ABA8BE86EDC}" type="slidenum">
              <a:rPr lang="en-US" altLang="en-US" sz="1200" smtClean="0">
                <a:solidFill>
                  <a:srgbClr val="002060"/>
                </a:solidFill>
                <a:latin typeface="Arial" panose="020B0604020202020204" pitchFamily="34" charset="0"/>
              </a:rPr>
              <a:pPr>
                <a:spcBef>
                  <a:spcPct val="0"/>
                </a:spcBef>
                <a:buFontTx/>
                <a:buNone/>
              </a:pPr>
              <a:t>3</a:t>
            </a:fld>
            <a:endParaRPr lang="en-US" altLang="en-US" sz="1200">
              <a:solidFill>
                <a:srgbClr val="002060"/>
              </a:solidFill>
              <a:latin typeface="Arial" panose="020B0604020202020204" pitchFamily="34" charset="0"/>
            </a:endParaRPr>
          </a:p>
        </p:txBody>
      </p:sp>
    </p:spTree>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52400" y="101600"/>
            <a:ext cx="8991600" cy="860425"/>
          </a:xfrm>
        </p:spPr>
        <p:txBody>
          <a:bodyPr wrap="square" anchor="t"/>
          <a:lstStyle/>
          <a:p>
            <a:pPr eaLnBrk="1" hangingPunct="1"/>
            <a:r>
              <a:rPr lang="en-US" altLang="en-US" sz="3200" b="1" dirty="0" smtClean="0">
                <a:solidFill>
                  <a:srgbClr val="00B050"/>
                </a:solidFill>
              </a:rPr>
              <a:t>Definition of Entrepreneur</a:t>
            </a:r>
            <a:endParaRPr lang="en-US" altLang="en-US" sz="3200" b="1" dirty="0">
              <a:solidFill>
                <a:srgbClr val="00B050"/>
              </a:solidFill>
            </a:endParaRPr>
          </a:p>
        </p:txBody>
      </p:sp>
      <p:sp>
        <p:nvSpPr>
          <p:cNvPr id="27651" name="Content Placeholder 2"/>
          <p:cNvSpPr>
            <a:spLocks noGrp="1"/>
          </p:cNvSpPr>
          <p:nvPr>
            <p:ph idx="1"/>
          </p:nvPr>
        </p:nvSpPr>
        <p:spPr>
          <a:xfrm>
            <a:off x="277813" y="1025525"/>
            <a:ext cx="8866187" cy="5422900"/>
          </a:xfrm>
        </p:spPr>
        <p:txBody>
          <a:bodyPr/>
          <a:lstStyle/>
          <a:p>
            <a:pPr marL="0" indent="0" eaLnBrk="1" hangingPunct="1">
              <a:buNone/>
            </a:pPr>
            <a:r>
              <a:rPr lang="en-US" altLang="en-US" sz="2800" b="1" dirty="0">
                <a:solidFill>
                  <a:schemeClr val="tx1"/>
                </a:solidFill>
              </a:rPr>
              <a:t>Peter F. Drucker’s Views </a:t>
            </a:r>
            <a:r>
              <a:rPr lang="en-US" altLang="en-US" sz="2800" dirty="0">
                <a:solidFill>
                  <a:schemeClr val="tx1"/>
                </a:solidFill>
              </a:rPr>
              <a:t>on Entrepreneurs – “An entrepreneur is the one who always searches for change, responds to it and exploits it as an opportunity. Innovation is the specific tool of entrepreneurs, the means by which they exploit changes as an opportunity for a different business or different service”.</a:t>
            </a:r>
          </a:p>
          <a:p>
            <a:pPr marL="0" indent="0" eaLnBrk="1" hangingPunct="1">
              <a:buNone/>
            </a:pPr>
            <a:r>
              <a:rPr lang="en-US" altLang="en-US" sz="2800" dirty="0">
                <a:solidFill>
                  <a:schemeClr val="tx1"/>
                </a:solidFill>
              </a:rPr>
              <a:t>In the 20th century, the theorist Arthur H. Cole defined an entrepreneur as an ‘organization builder’.</a:t>
            </a:r>
          </a:p>
          <a:p>
            <a:pPr marL="0" indent="0" eaLnBrk="1" hangingPunct="1">
              <a:buNone/>
            </a:pPr>
            <a:endParaRPr lang="en-US" altLang="en-US" sz="2800" dirty="0">
              <a:solidFill>
                <a:schemeClr val="tx1"/>
              </a:solidFill>
            </a:endParaRPr>
          </a:p>
        </p:txBody>
      </p:sp>
      <p:sp>
        <p:nvSpPr>
          <p:cNvPr id="27652"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rgbClr val="005EA4"/>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SzPct val="90000"/>
              <a:buChar char="•"/>
              <a:defRPr sz="2800">
                <a:solidFill>
                  <a:schemeClr val="tx1"/>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482E8F54-5F34-45E4-88DC-381778F7809C}" type="slidenum">
              <a:rPr lang="en-US" altLang="en-US" sz="1200" smtClean="0">
                <a:solidFill>
                  <a:srgbClr val="002060"/>
                </a:solidFill>
                <a:latin typeface="Arial" panose="020B0604020202020204" pitchFamily="34" charset="0"/>
              </a:rPr>
              <a:pPr>
                <a:spcBef>
                  <a:spcPct val="0"/>
                </a:spcBef>
                <a:buFontTx/>
                <a:buNone/>
              </a:pPr>
              <a:t>4</a:t>
            </a:fld>
            <a:endParaRPr lang="en-US" altLang="en-US" sz="1200">
              <a:solidFill>
                <a:srgbClr val="002060"/>
              </a:solidFill>
              <a:latin typeface="Arial" panose="020B0604020202020204" pitchFamily="34" charset="0"/>
            </a:endParaRPr>
          </a:p>
        </p:txBody>
      </p:sp>
    </p:spTree>
  </p:cSld>
  <p:clrMapOvr>
    <a:masterClrMapping/>
  </p:clrMapOvr>
  <p:transition spd="slow">
    <p:blinds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30163" y="381000"/>
            <a:ext cx="8961437" cy="5534025"/>
          </a:xfrm>
        </p:spPr>
        <p:txBody>
          <a:bodyPr/>
          <a:lstStyle/>
          <a:p>
            <a:pPr marL="57150" indent="0">
              <a:buNone/>
              <a:defRPr/>
            </a:pPr>
            <a:r>
              <a:rPr lang="en-US" altLang="en-US" dirty="0" smtClean="0">
                <a:solidFill>
                  <a:srgbClr val="0070C0"/>
                </a:solidFill>
              </a:rPr>
              <a:t>             </a:t>
            </a:r>
            <a:r>
              <a:rPr lang="en-US" altLang="en-US" dirty="0" smtClean="0">
                <a:solidFill>
                  <a:srgbClr val="00B050"/>
                </a:solidFill>
              </a:rPr>
              <a:t>Definitions </a:t>
            </a:r>
            <a:r>
              <a:rPr lang="en-US" altLang="en-US" dirty="0">
                <a:solidFill>
                  <a:srgbClr val="00B050"/>
                </a:solidFill>
              </a:rPr>
              <a:t>of Entrepreneurship</a:t>
            </a:r>
            <a:endParaRPr lang="en-US" altLang="en-US" dirty="0" smtClean="0">
              <a:solidFill>
                <a:srgbClr val="00B050"/>
              </a:solidFill>
            </a:endParaRPr>
          </a:p>
          <a:p>
            <a:pPr marL="57150" indent="0">
              <a:buNone/>
              <a:defRPr/>
            </a:pPr>
            <a:r>
              <a:rPr lang="en-US" altLang="en-US" sz="2400" b="1" dirty="0">
                <a:solidFill>
                  <a:schemeClr val="tx1"/>
                </a:solidFill>
              </a:rPr>
              <a:t>Entrepreneurship</a:t>
            </a:r>
            <a:r>
              <a:rPr lang="en-US" altLang="en-US" sz="2400" dirty="0">
                <a:solidFill>
                  <a:schemeClr val="tx1"/>
                </a:solidFill>
              </a:rPr>
              <a:t> </a:t>
            </a:r>
            <a:r>
              <a:rPr lang="en-US" altLang="en-US" sz="2400" dirty="0" smtClean="0">
                <a:solidFill>
                  <a:schemeClr val="tx1"/>
                </a:solidFill>
              </a:rPr>
              <a:t>can </a:t>
            </a:r>
            <a:r>
              <a:rPr lang="en-US" altLang="en-US" sz="2400" dirty="0">
                <a:solidFill>
                  <a:schemeClr val="tx1"/>
                </a:solidFill>
              </a:rPr>
              <a:t>be defined as a field of business that seeks to understand how opportunities to create something new (e.g., new products or services, new markets, new production processes or raw materials, new ways of organizing existing technologies) arise and are discovered or created by specific persons, who then use various means to exploit or develop them, thus producing a wide range of effects (Baron, Shane, &amp; </a:t>
            </a:r>
            <a:r>
              <a:rPr lang="en-US" altLang="en-US" sz="2400" dirty="0" err="1">
                <a:solidFill>
                  <a:schemeClr val="tx1"/>
                </a:solidFill>
              </a:rPr>
              <a:t>Reuber</a:t>
            </a:r>
            <a:r>
              <a:rPr lang="en-US" altLang="en-US" sz="2400" dirty="0">
                <a:solidFill>
                  <a:schemeClr val="tx1"/>
                </a:solidFill>
              </a:rPr>
              <a:t>, </a:t>
            </a:r>
            <a:r>
              <a:rPr lang="en-US" altLang="en-US" sz="2400" dirty="0" smtClean="0">
                <a:solidFill>
                  <a:schemeClr val="tx1"/>
                </a:solidFill>
              </a:rPr>
              <a:t>2008).</a:t>
            </a:r>
          </a:p>
          <a:p>
            <a:pPr marL="57150" indent="0">
              <a:buNone/>
              <a:defRPr/>
            </a:pPr>
            <a:r>
              <a:rPr lang="en-US" altLang="en-US" sz="2400" dirty="0">
                <a:solidFill>
                  <a:schemeClr val="tx1"/>
                </a:solidFill>
              </a:rPr>
              <a:t>A concise definition of entrepreneurship “is that it is the process of pursuing opportunities without limitation by resources currently in hand” (Brooks, 2009, p. 3) and “the process of doing something new and something different for the purpose of creating wealth for the individual and adding value to society” (Kao, 1993, p. 70)</a:t>
            </a:r>
            <a:endParaRPr lang="en-US" altLang="en-US" sz="2400" dirty="0" smtClean="0">
              <a:solidFill>
                <a:schemeClr val="tx1"/>
              </a:solidFill>
            </a:endParaRPr>
          </a:p>
        </p:txBody>
      </p:sp>
      <p:sp>
        <p:nvSpPr>
          <p:cNvPr id="29700"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rgbClr val="005EA4"/>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SzPct val="90000"/>
              <a:buChar char="•"/>
              <a:defRPr sz="2800">
                <a:solidFill>
                  <a:schemeClr val="tx1"/>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9CDC4DAB-0094-45C6-8CED-5AB22C1EAFF4}" type="slidenum">
              <a:rPr lang="en-US" altLang="en-US" sz="1200" smtClean="0">
                <a:solidFill>
                  <a:srgbClr val="002060"/>
                </a:solidFill>
                <a:latin typeface="Arial" panose="020B0604020202020204" pitchFamily="34" charset="0"/>
              </a:rPr>
              <a:pPr>
                <a:spcBef>
                  <a:spcPct val="0"/>
                </a:spcBef>
                <a:buFontTx/>
                <a:buNone/>
              </a:pPr>
              <a:t>5</a:t>
            </a:fld>
            <a:endParaRPr lang="en-US" altLang="en-US" sz="1200">
              <a:solidFill>
                <a:srgbClr val="002060"/>
              </a:solidFill>
              <a:latin typeface="Arial" panose="020B0604020202020204" pitchFamily="34" charset="0"/>
            </a:endParaRPr>
          </a:p>
        </p:txBody>
      </p:sp>
    </p:spTree>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77813" y="101601"/>
            <a:ext cx="8866187" cy="660400"/>
          </a:xfrm>
        </p:spPr>
        <p:txBody>
          <a:bodyPr wrap="square" anchor="t"/>
          <a:lstStyle/>
          <a:p>
            <a:pPr algn="l" eaLnBrk="1" hangingPunct="1"/>
            <a:r>
              <a:rPr lang="en-US" altLang="en-US" sz="2800" b="1" dirty="0">
                <a:solidFill>
                  <a:srgbClr val="00B050"/>
                </a:solidFill>
              </a:rPr>
              <a:t>Historical context/Evolution of Entrepreneurship Thought </a:t>
            </a:r>
          </a:p>
        </p:txBody>
      </p:sp>
      <p:sp>
        <p:nvSpPr>
          <p:cNvPr id="33795" name="Content Placeholder 2"/>
          <p:cNvSpPr>
            <a:spLocks noGrp="1"/>
          </p:cNvSpPr>
          <p:nvPr>
            <p:ph idx="1"/>
          </p:nvPr>
        </p:nvSpPr>
        <p:spPr/>
        <p:txBody>
          <a:bodyPr/>
          <a:lstStyle/>
          <a:p>
            <a:pPr marL="0" indent="0" eaLnBrk="1" hangingPunct="1">
              <a:buNone/>
            </a:pPr>
            <a:r>
              <a:rPr lang="en-US" altLang="en-US" sz="2400" b="1" dirty="0">
                <a:solidFill>
                  <a:schemeClr val="tx1"/>
                </a:solidFill>
              </a:rPr>
              <a:t>The Earliest </a:t>
            </a:r>
            <a:r>
              <a:rPr lang="en-US" altLang="en-US" sz="2400" b="1" dirty="0" smtClean="0">
                <a:solidFill>
                  <a:schemeClr val="tx1"/>
                </a:solidFill>
              </a:rPr>
              <a:t>Entrepreneurship</a:t>
            </a:r>
          </a:p>
          <a:p>
            <a:pPr marL="0" indent="0" algn="just" eaLnBrk="1" hangingPunct="1">
              <a:buNone/>
            </a:pPr>
            <a:r>
              <a:rPr lang="en-US" altLang="en-US" sz="2400" dirty="0">
                <a:solidFill>
                  <a:schemeClr val="tx1"/>
                </a:solidFill>
              </a:rPr>
              <a:t>The function, if not the name, of the entrepreneur is probably as old as the institutions of barter and exchange. But only after economic markets became an intrusive element of society did the concept take on pivotal importance. Many economists have recognized the pivotal role of the entrepreneur in a market economy. Yet despite his central importance in economic activity, the entrepreneur has been a shadowy and elusive figure in the history of </a:t>
            </a:r>
            <a:r>
              <a:rPr lang="en-US" altLang="en-US" sz="2400" dirty="0" smtClean="0">
                <a:solidFill>
                  <a:schemeClr val="tx1"/>
                </a:solidFill>
              </a:rPr>
              <a:t>economic </a:t>
            </a:r>
            <a:r>
              <a:rPr lang="en-US" altLang="en-US" sz="2400" dirty="0">
                <a:solidFill>
                  <a:schemeClr val="tx1"/>
                </a:solidFill>
              </a:rPr>
              <a:t>theory (Hebert &amp; Link, 2009, p. 1</a:t>
            </a:r>
            <a:r>
              <a:rPr lang="en-US" altLang="en-US" sz="2400" dirty="0" smtClean="0">
                <a:solidFill>
                  <a:schemeClr val="tx1"/>
                </a:solidFill>
              </a:rPr>
              <a:t>).</a:t>
            </a:r>
          </a:p>
          <a:p>
            <a:pPr marL="0" indent="0" eaLnBrk="1" hangingPunct="1">
              <a:buNone/>
            </a:pPr>
            <a:r>
              <a:rPr lang="en-US" altLang="en-US" sz="2400" b="1" dirty="0">
                <a:solidFill>
                  <a:schemeClr val="tx1"/>
                </a:solidFill>
              </a:rPr>
              <a:t>Development of Entrepreneurship as a </a:t>
            </a:r>
            <a:r>
              <a:rPr lang="en-US" altLang="en-US" sz="2400" b="1" dirty="0" smtClean="0">
                <a:solidFill>
                  <a:schemeClr val="tx1"/>
                </a:solidFill>
              </a:rPr>
              <a:t>Concept</a:t>
            </a:r>
          </a:p>
          <a:p>
            <a:pPr marL="0" indent="0" algn="just" eaLnBrk="1" hangingPunct="1">
              <a:buNone/>
            </a:pPr>
            <a:r>
              <a:rPr lang="en-US" altLang="en-US" sz="2400" dirty="0">
                <a:solidFill>
                  <a:schemeClr val="tx1"/>
                </a:solidFill>
              </a:rPr>
              <a:t>Richard </a:t>
            </a:r>
            <a:r>
              <a:rPr lang="en-US" altLang="en-US" sz="2400" dirty="0" err="1">
                <a:solidFill>
                  <a:schemeClr val="tx1"/>
                </a:solidFill>
              </a:rPr>
              <a:t>Cantillon</a:t>
            </a:r>
            <a:r>
              <a:rPr lang="en-US" altLang="en-US" sz="2400" dirty="0">
                <a:solidFill>
                  <a:schemeClr val="tx1"/>
                </a:solidFill>
              </a:rPr>
              <a:t> (1680-1734) was born in France and belonged to the French School of thought although he was an Irish economist. He appears to be the person who introduced the term entrepreneur to the world</a:t>
            </a:r>
            <a:r>
              <a:rPr lang="en-US" altLang="en-US" sz="2400" b="1" dirty="0">
                <a:solidFill>
                  <a:schemeClr val="tx1"/>
                </a:solidFill>
              </a:rPr>
              <a:t>. </a:t>
            </a:r>
          </a:p>
        </p:txBody>
      </p:sp>
      <p:sp>
        <p:nvSpPr>
          <p:cNvPr id="33796"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rgbClr val="005EA4"/>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SzPct val="90000"/>
              <a:buChar char="•"/>
              <a:defRPr sz="2800">
                <a:solidFill>
                  <a:schemeClr val="tx1"/>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9FB6B17A-9EDB-42E8-B9EF-728308DDB962}" type="slidenum">
              <a:rPr lang="en-US" altLang="en-US" sz="1200" smtClean="0">
                <a:solidFill>
                  <a:srgbClr val="002060"/>
                </a:solidFill>
                <a:latin typeface="Arial" panose="020B0604020202020204" pitchFamily="34" charset="0"/>
              </a:rPr>
              <a:pPr>
                <a:spcBef>
                  <a:spcPct val="0"/>
                </a:spcBef>
                <a:buFontTx/>
                <a:buNone/>
              </a:pPr>
              <a:t>6</a:t>
            </a:fld>
            <a:endParaRPr lang="en-US" altLang="en-US" sz="1200">
              <a:solidFill>
                <a:srgbClr val="002060"/>
              </a:solidFill>
              <a:latin typeface="Arial" panose="020B0604020202020204" pitchFamily="34" charset="0"/>
            </a:endParaRPr>
          </a:p>
        </p:txBody>
      </p:sp>
    </p:spTree>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28600" y="101600"/>
            <a:ext cx="8915400" cy="860425"/>
          </a:xfrm>
        </p:spPr>
        <p:txBody>
          <a:bodyPr wrap="square" anchor="t"/>
          <a:lstStyle/>
          <a:p>
            <a:pPr algn="just" eaLnBrk="1" hangingPunct="1"/>
            <a:r>
              <a:rPr lang="en-US" altLang="en-US" sz="2800" b="1" dirty="0">
                <a:solidFill>
                  <a:srgbClr val="00B050"/>
                </a:solidFill>
              </a:rPr>
              <a:t>Historical context/Evolution of Entrepreneurship Thought </a:t>
            </a:r>
          </a:p>
        </p:txBody>
      </p:sp>
      <p:sp>
        <p:nvSpPr>
          <p:cNvPr id="35843" name="Content Placeholder 2"/>
          <p:cNvSpPr>
            <a:spLocks noGrp="1"/>
          </p:cNvSpPr>
          <p:nvPr>
            <p:ph idx="1"/>
          </p:nvPr>
        </p:nvSpPr>
        <p:spPr>
          <a:xfrm>
            <a:off x="277813" y="1025525"/>
            <a:ext cx="8713787" cy="5070475"/>
          </a:xfrm>
        </p:spPr>
        <p:txBody>
          <a:bodyPr/>
          <a:lstStyle/>
          <a:p>
            <a:pPr marL="0" indent="0" algn="just">
              <a:buNone/>
            </a:pPr>
            <a:r>
              <a:rPr lang="en-US" altLang="en-US" sz="2000" b="1" dirty="0" smtClean="0">
                <a:solidFill>
                  <a:schemeClr val="tx1"/>
                </a:solidFill>
              </a:rPr>
              <a:t>According </a:t>
            </a:r>
            <a:r>
              <a:rPr lang="en-US" altLang="en-US" sz="2000" b="1" dirty="0">
                <a:solidFill>
                  <a:schemeClr val="tx1"/>
                </a:solidFill>
              </a:rPr>
              <a:t>to </a:t>
            </a:r>
            <a:r>
              <a:rPr lang="en-US" altLang="en-US" sz="2000" b="1" dirty="0" err="1">
                <a:solidFill>
                  <a:schemeClr val="tx1"/>
                </a:solidFill>
              </a:rPr>
              <a:t>Cantillon</a:t>
            </a:r>
            <a:r>
              <a:rPr lang="en-US" altLang="en-US" sz="2000" dirty="0">
                <a:solidFill>
                  <a:schemeClr val="tx1"/>
                </a:solidFill>
              </a:rPr>
              <a:t>, the entrepreneur is a specialist in taking on risk, ‘insuring’ workers by buying their output for resale before consumers have indicated how much they are willing to pay for it” (</a:t>
            </a:r>
            <a:r>
              <a:rPr lang="en-US" altLang="en-US" sz="2000" dirty="0" err="1">
                <a:solidFill>
                  <a:schemeClr val="tx1"/>
                </a:solidFill>
              </a:rPr>
              <a:t>Casson</a:t>
            </a:r>
            <a:r>
              <a:rPr lang="en-US" altLang="en-US" sz="2000" dirty="0">
                <a:solidFill>
                  <a:schemeClr val="tx1"/>
                </a:solidFill>
              </a:rPr>
              <a:t> &amp; Godley, 2005p. 26). The workers’ incomes are mostly stable, but the entrepreneur risks a loss if market prices fluctuate.</a:t>
            </a:r>
          </a:p>
          <a:p>
            <a:pPr marL="0" indent="0" algn="just">
              <a:buNone/>
            </a:pPr>
            <a:r>
              <a:rPr lang="en-US" altLang="en-US" sz="2000" dirty="0" err="1">
                <a:solidFill>
                  <a:schemeClr val="tx1"/>
                </a:solidFill>
              </a:rPr>
              <a:t>Cantillon</a:t>
            </a:r>
            <a:r>
              <a:rPr lang="en-US" altLang="en-US" sz="2000" dirty="0">
                <a:solidFill>
                  <a:schemeClr val="tx1"/>
                </a:solidFill>
              </a:rPr>
              <a:t> distinguished entrepreneurs from two other classes of economic agents; landowners, who were financially independent, and hirelings (employees) who did not partake in the decision-making in exchange for relatively stable incomes through employment contracts. He was the first writer to provide a relatively refined meaning for the term </a:t>
            </a:r>
            <a:r>
              <a:rPr lang="en-US" altLang="en-US" sz="2000" dirty="0" smtClean="0">
                <a:solidFill>
                  <a:schemeClr val="tx1"/>
                </a:solidFill>
              </a:rPr>
              <a:t>entrepreneurship. </a:t>
            </a:r>
            <a:r>
              <a:rPr lang="en-US" altLang="en-US" sz="2000" dirty="0" err="1" smtClean="0">
                <a:solidFill>
                  <a:schemeClr val="tx1"/>
                </a:solidFill>
              </a:rPr>
              <a:t>Cantillon</a:t>
            </a:r>
            <a:r>
              <a:rPr lang="en-US" altLang="en-US" sz="2000" dirty="0" smtClean="0">
                <a:solidFill>
                  <a:schemeClr val="tx1"/>
                </a:solidFill>
              </a:rPr>
              <a:t> </a:t>
            </a:r>
            <a:r>
              <a:rPr lang="en-US" altLang="en-US" sz="2000" dirty="0">
                <a:solidFill>
                  <a:schemeClr val="tx1"/>
                </a:solidFill>
              </a:rPr>
              <a:t>described entrepreneurs as individuals who generated profits through exchanges. In the face of uncertainty, particularly over future prices, they exercise business judgment. They purchase resources at one price and sell their product at a price that is uncertain, with the difference representing their profit (</a:t>
            </a:r>
            <a:r>
              <a:rPr lang="en-US" altLang="en-US" sz="2000" dirty="0" err="1">
                <a:solidFill>
                  <a:schemeClr val="tx1"/>
                </a:solidFill>
              </a:rPr>
              <a:t>Chell</a:t>
            </a:r>
            <a:r>
              <a:rPr lang="en-US" altLang="en-US" sz="2000" dirty="0">
                <a:solidFill>
                  <a:schemeClr val="tx1"/>
                </a:solidFill>
              </a:rPr>
              <a:t>, 2008; Hebert &amp; Link, 2009).</a:t>
            </a:r>
            <a:endParaRPr lang="en-US" altLang="en-US" sz="2000" dirty="0" smtClean="0">
              <a:solidFill>
                <a:schemeClr val="tx1"/>
              </a:solidFill>
            </a:endParaRPr>
          </a:p>
        </p:txBody>
      </p:sp>
      <p:sp>
        <p:nvSpPr>
          <p:cNvPr id="35844" name="Slide Number Placeholder 1"/>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ot"/>
                <a:bevel/>
                <a:headEnd/>
                <a:tailEnd/>
              </a14:hiddenLine>
            </a:ext>
          </a:extLst>
        </p:spPr>
        <p:txBody>
          <a:bodyPr/>
          <a:lstStyle>
            <a:lvl1pPr>
              <a:spcBef>
                <a:spcPct val="20000"/>
              </a:spcBef>
              <a:buChar char="•"/>
              <a:defRPr sz="3400">
                <a:solidFill>
                  <a:srgbClr val="005EA4"/>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SzPct val="90000"/>
              <a:buChar char="•"/>
              <a:defRPr sz="2800">
                <a:solidFill>
                  <a:schemeClr val="tx1"/>
                </a:solidFill>
                <a:latin typeface="Calibri" panose="020F0502020204030204" pitchFamily="34" charset="0"/>
              </a:defRPr>
            </a:lvl3pPr>
            <a:lvl4pPr marL="1600200" indent="-228600">
              <a:spcBef>
                <a:spcPct val="20000"/>
              </a:spcBef>
              <a:buChar char="–"/>
              <a:defRPr sz="24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002060"/>
                </a:solidFill>
                <a:latin typeface="Arial" panose="020B0604020202020204" pitchFamily="34" charset="0"/>
              </a:rPr>
              <a:t>7</a:t>
            </a:r>
          </a:p>
        </p:txBody>
      </p:sp>
    </p:spTree>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14" y="100939"/>
            <a:ext cx="8866186" cy="860961"/>
          </a:xfrm>
        </p:spPr>
        <p:txBody>
          <a:bodyPr/>
          <a:lstStyle/>
          <a:p>
            <a:r>
              <a:rPr lang="en-US" dirty="0"/>
              <a:t>Types of Entrepreneurship</a:t>
            </a:r>
          </a:p>
        </p:txBody>
      </p:sp>
      <p:sp>
        <p:nvSpPr>
          <p:cNvPr id="3" name="Content Placeholder 2"/>
          <p:cNvSpPr>
            <a:spLocks noGrp="1"/>
          </p:cNvSpPr>
          <p:nvPr>
            <p:ph idx="1"/>
          </p:nvPr>
        </p:nvSpPr>
        <p:spPr>
          <a:xfrm>
            <a:off x="277813" y="1295399"/>
            <a:ext cx="8104187" cy="5153025"/>
          </a:xfrm>
        </p:spPr>
        <p:txBody>
          <a:bodyPr/>
          <a:lstStyle/>
          <a:p>
            <a:r>
              <a:rPr lang="en-US" b="1" dirty="0"/>
              <a:t>Small business entrepreneurship</a:t>
            </a:r>
          </a:p>
          <a:p>
            <a:r>
              <a:rPr lang="en-US" b="1" dirty="0"/>
              <a:t>Scalable start-up entrepreneurship.</a:t>
            </a:r>
          </a:p>
          <a:p>
            <a:r>
              <a:rPr lang="en-US" b="1" dirty="0"/>
              <a:t>Large companies or big business entrepreneurship.</a:t>
            </a:r>
          </a:p>
          <a:p>
            <a:r>
              <a:rPr lang="en-US" b="1" dirty="0"/>
              <a:t>Social entrepreneurship.</a:t>
            </a:r>
          </a:p>
        </p:txBody>
      </p:sp>
      <p:sp>
        <p:nvSpPr>
          <p:cNvPr id="5" name="Slide Number Placeholder 4"/>
          <p:cNvSpPr>
            <a:spLocks noGrp="1"/>
          </p:cNvSpPr>
          <p:nvPr>
            <p:ph type="sldNum" sz="quarter" idx="13"/>
          </p:nvPr>
        </p:nvSpPr>
        <p:spPr/>
        <p:txBody>
          <a:bodyPr/>
          <a:lstStyle/>
          <a:p>
            <a:pPr>
              <a:defRPr/>
            </a:pPr>
            <a:fld id="{80DE6664-06A7-4868-8595-3F32B02A9506}" type="slidenum">
              <a:rPr lang="en-US" smtClean="0"/>
              <a:pPr>
                <a:defRPr/>
              </a:pPr>
              <a:t>8</a:t>
            </a:fld>
            <a:endParaRPr lang="en-US"/>
          </a:p>
        </p:txBody>
      </p:sp>
    </p:spTree>
    <p:extLst>
      <p:ext uri="{BB962C8B-B14F-4D97-AF65-F5344CB8AC3E}">
        <p14:creationId xmlns:p14="http://schemas.microsoft.com/office/powerpoint/2010/main" val="2197695939"/>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14" y="100939"/>
            <a:ext cx="8866186" cy="860961"/>
          </a:xfrm>
        </p:spPr>
        <p:txBody>
          <a:bodyPr/>
          <a:lstStyle/>
          <a:p>
            <a:r>
              <a:rPr lang="en-US" dirty="0" smtClean="0"/>
              <a:t>1. Small Business Entrepreneurship</a:t>
            </a:r>
            <a:endParaRPr lang="en-US" dirty="0"/>
          </a:p>
        </p:txBody>
      </p:sp>
      <p:sp>
        <p:nvSpPr>
          <p:cNvPr id="3" name="Content Placeholder 2"/>
          <p:cNvSpPr>
            <a:spLocks noGrp="1"/>
          </p:cNvSpPr>
          <p:nvPr>
            <p:ph idx="1"/>
          </p:nvPr>
        </p:nvSpPr>
        <p:spPr>
          <a:xfrm>
            <a:off x="277813" y="1025525"/>
            <a:ext cx="8561387" cy="5422900"/>
          </a:xfrm>
        </p:spPr>
        <p:txBody>
          <a:bodyPr/>
          <a:lstStyle/>
          <a:p>
            <a:r>
              <a:rPr lang="en-US" sz="2400" dirty="0">
                <a:solidFill>
                  <a:schemeClr val="tx1"/>
                </a:solidFill>
              </a:rPr>
              <a:t>Small business entrepreneurship </a:t>
            </a:r>
            <a:r>
              <a:rPr lang="en-US" sz="2400" b="1" dirty="0">
                <a:solidFill>
                  <a:schemeClr val="tx1"/>
                </a:solidFill>
              </a:rPr>
              <a:t>is defined </a:t>
            </a:r>
            <a:r>
              <a:rPr lang="en-US" sz="2400" dirty="0">
                <a:solidFill>
                  <a:schemeClr val="tx1"/>
                </a:solidFill>
              </a:rPr>
              <a:t>as an independent or solely owned company that is limited in size and revenue, depending on the industry. These companies primarily operate within a local community or region and focus on serving their nearby customers through personalized service and a deep understanding of the local market dynamics</a:t>
            </a:r>
            <a:r>
              <a:rPr lang="en-US" sz="2400" dirty="0" smtClean="0">
                <a:solidFill>
                  <a:schemeClr val="tx1"/>
                </a:solidFill>
              </a:rPr>
              <a:t>.</a:t>
            </a:r>
            <a:endParaRPr lang="en-US" sz="2400" dirty="0">
              <a:solidFill>
                <a:schemeClr val="tx1"/>
              </a:solidFill>
            </a:endParaRPr>
          </a:p>
          <a:p>
            <a:r>
              <a:rPr lang="en-US" sz="2400" b="1" dirty="0">
                <a:solidFill>
                  <a:schemeClr val="tx1"/>
                </a:solidFill>
              </a:rPr>
              <a:t>The best feature </a:t>
            </a:r>
            <a:r>
              <a:rPr lang="en-US" sz="2400" dirty="0">
                <a:solidFill>
                  <a:schemeClr val="tx1"/>
                </a:solidFill>
              </a:rPr>
              <a:t>they have is to exhibit adaptability and their ability to respond quickly to local market shifts and customer preferences. One might not expect revolutionary innovations from these businesses but they brought up novel approaches within their niche or community</a:t>
            </a:r>
            <a:r>
              <a:rPr lang="en-US" sz="2400" dirty="0" smtClean="0">
                <a:solidFill>
                  <a:schemeClr val="tx1"/>
                </a:solidFill>
              </a:rPr>
              <a:t>.</a:t>
            </a:r>
          </a:p>
          <a:p>
            <a:pPr marL="0" indent="0">
              <a:buNone/>
            </a:pPr>
            <a:r>
              <a:rPr lang="en-US" sz="2400" b="1" dirty="0">
                <a:solidFill>
                  <a:schemeClr val="tx1"/>
                </a:solidFill>
              </a:rPr>
              <a:t>The best examples </a:t>
            </a:r>
            <a:r>
              <a:rPr lang="en-US" sz="2400" dirty="0">
                <a:solidFill>
                  <a:schemeClr val="tx1"/>
                </a:solidFill>
              </a:rPr>
              <a:t>to understand this concept are Local bakeries, salons, single-location restaurants, local grocery shops etc.</a:t>
            </a:r>
          </a:p>
        </p:txBody>
      </p:sp>
      <p:sp>
        <p:nvSpPr>
          <p:cNvPr id="5" name="Slide Number Placeholder 4"/>
          <p:cNvSpPr>
            <a:spLocks noGrp="1"/>
          </p:cNvSpPr>
          <p:nvPr>
            <p:ph type="sldNum" sz="quarter" idx="13"/>
          </p:nvPr>
        </p:nvSpPr>
        <p:spPr/>
        <p:txBody>
          <a:bodyPr/>
          <a:lstStyle/>
          <a:p>
            <a:pPr>
              <a:defRPr/>
            </a:pPr>
            <a:fld id="{80DE6664-06A7-4868-8595-3F32B02A9506}" type="slidenum">
              <a:rPr lang="en-US" smtClean="0"/>
              <a:pPr>
                <a:defRPr/>
              </a:pPr>
              <a:t>9</a:t>
            </a:fld>
            <a:endParaRPr lang="en-US"/>
          </a:p>
        </p:txBody>
      </p:sp>
    </p:spTree>
    <p:extLst>
      <p:ext uri="{BB962C8B-B14F-4D97-AF65-F5344CB8AC3E}">
        <p14:creationId xmlns:p14="http://schemas.microsoft.com/office/powerpoint/2010/main" val="2803402231"/>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14" y="100939"/>
            <a:ext cx="8866186" cy="860961"/>
          </a:xfrm>
        </p:spPr>
        <p:txBody>
          <a:bodyPr/>
          <a:lstStyle/>
          <a:p>
            <a:r>
              <a:rPr lang="en-US" dirty="0" smtClean="0"/>
              <a:t>2. Scalable </a:t>
            </a:r>
            <a:r>
              <a:rPr lang="en-US" dirty="0"/>
              <a:t>Start-up Entrepreneurship</a:t>
            </a:r>
          </a:p>
        </p:txBody>
      </p:sp>
      <p:sp>
        <p:nvSpPr>
          <p:cNvPr id="3" name="Content Placeholder 2"/>
          <p:cNvSpPr>
            <a:spLocks noGrp="1"/>
          </p:cNvSpPr>
          <p:nvPr>
            <p:ph idx="1"/>
          </p:nvPr>
        </p:nvSpPr>
        <p:spPr>
          <a:xfrm>
            <a:off x="277813" y="1025525"/>
            <a:ext cx="8637587" cy="5422900"/>
          </a:xfrm>
        </p:spPr>
        <p:txBody>
          <a:bodyPr/>
          <a:lstStyle/>
          <a:p>
            <a:pPr marL="0" indent="0" algn="just">
              <a:buNone/>
            </a:pPr>
            <a:r>
              <a:rPr lang="en-US" sz="2400" dirty="0">
                <a:solidFill>
                  <a:srgbClr val="00B050"/>
                </a:solidFill>
              </a:rPr>
              <a:t>Scalable start-up entrepreneurship </a:t>
            </a:r>
            <a:r>
              <a:rPr lang="en-US" sz="2400" dirty="0">
                <a:solidFill>
                  <a:schemeClr val="tx1"/>
                </a:solidFill>
              </a:rPr>
              <a:t>can be defined as a profitable business model that has the potential for significant growth and expansion, with innovative technology or a unique approach to a market need, allowing them to quickly scale and dominate sectors, often transforming or creating entirely new industries</a:t>
            </a:r>
            <a:r>
              <a:rPr lang="en-US" sz="2400" dirty="0" smtClean="0">
                <a:solidFill>
                  <a:schemeClr val="tx1"/>
                </a:solidFill>
              </a:rPr>
              <a:t>.</a:t>
            </a:r>
            <a:endParaRPr lang="en-US" sz="2400" dirty="0">
              <a:solidFill>
                <a:schemeClr val="tx1"/>
              </a:solidFill>
            </a:endParaRPr>
          </a:p>
          <a:p>
            <a:pPr marL="0" indent="0" algn="just">
              <a:buNone/>
            </a:pPr>
            <a:r>
              <a:rPr lang="en-US" sz="2400" dirty="0">
                <a:solidFill>
                  <a:schemeClr val="accent1"/>
                </a:solidFill>
              </a:rPr>
              <a:t>Unique, innovative products or services and advanced technology are their best features</a:t>
            </a:r>
            <a:r>
              <a:rPr lang="en-US" sz="2400" dirty="0">
                <a:solidFill>
                  <a:schemeClr val="tx1"/>
                </a:solidFill>
              </a:rPr>
              <a:t>. These core values distinguished them in the market with new and improvised solutions. These innovations can range from revolutionary software to groundbreaking products, providing solutions </a:t>
            </a:r>
            <a:r>
              <a:rPr lang="en-US" sz="2400" dirty="0" smtClean="0">
                <a:solidFill>
                  <a:schemeClr val="tx1"/>
                </a:solidFill>
              </a:rPr>
              <a:t>that  meet </a:t>
            </a:r>
            <a:r>
              <a:rPr lang="en-US" sz="2400" dirty="0">
                <a:solidFill>
                  <a:schemeClr val="tx1"/>
                </a:solidFill>
              </a:rPr>
              <a:t>unaddressed needs</a:t>
            </a:r>
            <a:r>
              <a:rPr lang="en-US" dirty="0" smtClean="0"/>
              <a:t>.</a:t>
            </a:r>
          </a:p>
          <a:p>
            <a:pPr marL="0" indent="0" algn="just">
              <a:buNone/>
            </a:pPr>
            <a:endParaRPr lang="en-US" dirty="0"/>
          </a:p>
        </p:txBody>
      </p:sp>
      <p:sp>
        <p:nvSpPr>
          <p:cNvPr id="5" name="Slide Number Placeholder 4"/>
          <p:cNvSpPr>
            <a:spLocks noGrp="1"/>
          </p:cNvSpPr>
          <p:nvPr>
            <p:ph type="sldNum" sz="quarter" idx="13"/>
          </p:nvPr>
        </p:nvSpPr>
        <p:spPr/>
        <p:txBody>
          <a:bodyPr/>
          <a:lstStyle/>
          <a:p>
            <a:pPr>
              <a:defRPr/>
            </a:pPr>
            <a:fld id="{80DE6664-06A7-4868-8595-3F32B02A9506}" type="slidenum">
              <a:rPr lang="en-US" smtClean="0"/>
              <a:pPr>
                <a:defRPr/>
              </a:pPr>
              <a:t>10</a:t>
            </a:fld>
            <a:endParaRPr lang="en-US"/>
          </a:p>
        </p:txBody>
      </p:sp>
    </p:spTree>
    <p:extLst>
      <p:ext uri="{BB962C8B-B14F-4D97-AF65-F5344CB8AC3E}">
        <p14:creationId xmlns:p14="http://schemas.microsoft.com/office/powerpoint/2010/main" val="1725363901"/>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14" y="100939"/>
            <a:ext cx="8866186" cy="860961"/>
          </a:xfrm>
        </p:spPr>
        <p:txBody>
          <a:bodyPr/>
          <a:lstStyle/>
          <a:p>
            <a:r>
              <a:rPr lang="en-US" sz="2800" dirty="0" smtClean="0"/>
              <a:t>3. Large </a:t>
            </a:r>
            <a:r>
              <a:rPr lang="en-US" sz="2800" dirty="0"/>
              <a:t>Companies or Big Business Entrepreneurship</a:t>
            </a:r>
          </a:p>
        </p:txBody>
      </p:sp>
      <p:sp>
        <p:nvSpPr>
          <p:cNvPr id="3" name="Content Placeholder 2"/>
          <p:cNvSpPr>
            <a:spLocks noGrp="1"/>
          </p:cNvSpPr>
          <p:nvPr>
            <p:ph idx="1"/>
          </p:nvPr>
        </p:nvSpPr>
        <p:spPr>
          <a:xfrm>
            <a:off x="277813" y="1025525"/>
            <a:ext cx="8637587" cy="5422900"/>
          </a:xfrm>
        </p:spPr>
        <p:txBody>
          <a:bodyPr/>
          <a:lstStyle/>
          <a:p>
            <a:pPr marL="0" indent="0" algn="just">
              <a:buNone/>
            </a:pPr>
            <a:r>
              <a:rPr lang="en-US" sz="2400" dirty="0">
                <a:solidFill>
                  <a:srgbClr val="00B050"/>
                </a:solidFill>
              </a:rPr>
              <a:t>Large Companies or Big Business Entrepreneurship </a:t>
            </a:r>
            <a:r>
              <a:rPr lang="en-US" sz="2400" dirty="0">
                <a:solidFill>
                  <a:schemeClr val="tx1"/>
                </a:solidFill>
              </a:rPr>
              <a:t>can be defined as a commercial entity that has substantial market influence, extensive resources, and operates in multiple locations. These entities have huge annual revenue and a large number of employees to undertake large-scale projects, influence market trends, and drive significant economic growth</a:t>
            </a:r>
            <a:r>
              <a:rPr lang="en-US" sz="2400" dirty="0" smtClean="0">
                <a:solidFill>
                  <a:schemeClr val="tx1"/>
                </a:solidFill>
              </a:rPr>
              <a:t>.</a:t>
            </a:r>
            <a:endParaRPr lang="en-US" sz="2400" dirty="0">
              <a:solidFill>
                <a:schemeClr val="tx1"/>
              </a:solidFill>
            </a:endParaRPr>
          </a:p>
          <a:p>
            <a:pPr algn="just"/>
            <a:r>
              <a:rPr lang="en-US" sz="2400" dirty="0">
                <a:solidFill>
                  <a:srgbClr val="00B050"/>
                </a:solidFill>
              </a:rPr>
              <a:t>Large Companies usually have a global presence</a:t>
            </a:r>
            <a:r>
              <a:rPr lang="en-US" sz="2400" dirty="0">
                <a:solidFill>
                  <a:schemeClr val="tx1"/>
                </a:solidFill>
              </a:rPr>
              <a:t>, operating across multiple countries, depending on the nature of their business. They </a:t>
            </a:r>
            <a:r>
              <a:rPr lang="en-US" sz="2400" dirty="0" err="1">
                <a:solidFill>
                  <a:schemeClr val="tx1"/>
                </a:solidFill>
              </a:rPr>
              <a:t>emphasise</a:t>
            </a:r>
            <a:r>
              <a:rPr lang="en-US" sz="2400" dirty="0">
                <a:solidFill>
                  <a:schemeClr val="tx1"/>
                </a:solidFill>
              </a:rPr>
              <a:t> on steady growth over a certain period of time </a:t>
            </a:r>
            <a:r>
              <a:rPr lang="en-US" sz="2400" dirty="0" smtClean="0">
                <a:solidFill>
                  <a:schemeClr val="tx1"/>
                </a:solidFill>
              </a:rPr>
              <a:t>rather </a:t>
            </a:r>
            <a:r>
              <a:rPr lang="en-US" sz="2400" dirty="0">
                <a:solidFill>
                  <a:schemeClr val="tx1"/>
                </a:solidFill>
              </a:rPr>
              <a:t>than leading an overnight revolution</a:t>
            </a:r>
            <a:r>
              <a:rPr lang="en-US" sz="2400" dirty="0"/>
              <a:t>.</a:t>
            </a:r>
          </a:p>
        </p:txBody>
      </p:sp>
      <p:sp>
        <p:nvSpPr>
          <p:cNvPr id="5" name="Slide Number Placeholder 4"/>
          <p:cNvSpPr>
            <a:spLocks noGrp="1"/>
          </p:cNvSpPr>
          <p:nvPr>
            <p:ph type="sldNum" sz="quarter" idx="13"/>
          </p:nvPr>
        </p:nvSpPr>
        <p:spPr/>
        <p:txBody>
          <a:bodyPr/>
          <a:lstStyle/>
          <a:p>
            <a:pPr>
              <a:defRPr/>
            </a:pPr>
            <a:fld id="{80DE6664-06A7-4868-8595-3F32B02A9506}" type="slidenum">
              <a:rPr lang="en-US" smtClean="0"/>
              <a:pPr>
                <a:defRPr/>
              </a:pPr>
              <a:t>11</a:t>
            </a:fld>
            <a:endParaRPr lang="en-US"/>
          </a:p>
        </p:txBody>
      </p:sp>
    </p:spTree>
    <p:extLst>
      <p:ext uri="{BB962C8B-B14F-4D97-AF65-F5344CB8AC3E}">
        <p14:creationId xmlns:p14="http://schemas.microsoft.com/office/powerpoint/2010/main" val="2414030343"/>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814" y="100939"/>
            <a:ext cx="8866186" cy="860961"/>
          </a:xfrm>
        </p:spPr>
        <p:txBody>
          <a:bodyPr/>
          <a:lstStyle/>
          <a:p>
            <a:pPr algn="just"/>
            <a:r>
              <a:rPr lang="en-US" dirty="0" smtClean="0"/>
              <a:t> 4. Social </a:t>
            </a:r>
            <a:r>
              <a:rPr lang="en-US" dirty="0"/>
              <a:t>Entrepreneurship</a:t>
            </a:r>
          </a:p>
        </p:txBody>
      </p:sp>
      <p:sp>
        <p:nvSpPr>
          <p:cNvPr id="3" name="Content Placeholder 2"/>
          <p:cNvSpPr>
            <a:spLocks noGrp="1"/>
          </p:cNvSpPr>
          <p:nvPr>
            <p:ph idx="1"/>
          </p:nvPr>
        </p:nvSpPr>
        <p:spPr>
          <a:xfrm>
            <a:off x="57151" y="930918"/>
            <a:ext cx="8561387" cy="5422900"/>
          </a:xfrm>
        </p:spPr>
        <p:txBody>
          <a:bodyPr/>
          <a:lstStyle/>
          <a:p>
            <a:pPr marL="0" indent="0" algn="just">
              <a:buNone/>
            </a:pPr>
            <a:r>
              <a:rPr lang="en-US" sz="2400" dirty="0">
                <a:solidFill>
                  <a:srgbClr val="00B050"/>
                </a:solidFill>
              </a:rPr>
              <a:t>S</a:t>
            </a:r>
            <a:r>
              <a:rPr lang="en-US" sz="2400" dirty="0" smtClean="0">
                <a:solidFill>
                  <a:srgbClr val="00B050"/>
                </a:solidFill>
              </a:rPr>
              <a:t>ocial </a:t>
            </a:r>
            <a:r>
              <a:rPr lang="en-US" sz="2400" dirty="0">
                <a:solidFill>
                  <a:srgbClr val="00B050"/>
                </a:solidFill>
              </a:rPr>
              <a:t>entrepreneurship refers</a:t>
            </a:r>
            <a:r>
              <a:rPr lang="en-US" sz="2400" dirty="0">
                <a:solidFill>
                  <a:schemeClr val="tx1"/>
                </a:solidFill>
              </a:rPr>
              <a:t> to innovative activity with a social objective in either the ‘for-profit sector’, such as in social-purpose commercial ventures or in the ‘non-profit sector’, or across sectors, such as hybrid structural forms which blend for profit and non-profit approaches</a:t>
            </a:r>
            <a:r>
              <a:rPr lang="en-US" sz="2400" dirty="0" smtClean="0">
                <a:solidFill>
                  <a:schemeClr val="tx1"/>
                </a:solidFill>
              </a:rPr>
              <a:t>.</a:t>
            </a:r>
            <a:endParaRPr lang="en-US" sz="2400" dirty="0">
              <a:solidFill>
                <a:schemeClr val="tx1"/>
              </a:solidFill>
            </a:endParaRPr>
          </a:p>
          <a:p>
            <a:pPr algn="just"/>
            <a:r>
              <a:rPr lang="en-US" sz="2400" dirty="0">
                <a:solidFill>
                  <a:schemeClr val="tx1"/>
                </a:solidFill>
              </a:rPr>
              <a:t>Under the narrow definition, Social Entrepreneurship refers to the phenomenon of applying business expertise and market-based skills in the non-profit sector, such as when non-profit organizations develop innovative approaches to earn income and reinvest that capital for the betterment of society</a:t>
            </a:r>
            <a:r>
              <a:rPr lang="en-US" sz="2400" dirty="0" smtClean="0"/>
              <a:t>.</a:t>
            </a:r>
          </a:p>
          <a:p>
            <a:pPr algn="just"/>
            <a:endParaRPr lang="en-US" sz="2400" b="1" dirty="0"/>
          </a:p>
        </p:txBody>
      </p:sp>
      <p:sp>
        <p:nvSpPr>
          <p:cNvPr id="5" name="Slide Number Placeholder 4"/>
          <p:cNvSpPr>
            <a:spLocks noGrp="1"/>
          </p:cNvSpPr>
          <p:nvPr>
            <p:ph type="sldNum" sz="quarter" idx="13"/>
          </p:nvPr>
        </p:nvSpPr>
        <p:spPr/>
        <p:txBody>
          <a:bodyPr/>
          <a:lstStyle/>
          <a:p>
            <a:pPr>
              <a:defRPr/>
            </a:pPr>
            <a:fld id="{80DE6664-06A7-4868-8595-3F32B02A9506}" type="slidenum">
              <a:rPr lang="en-US" smtClean="0"/>
              <a:pPr>
                <a:defRPr/>
              </a:pPr>
              <a:t>12</a:t>
            </a:fld>
            <a:endParaRPr lang="en-US"/>
          </a:p>
        </p:txBody>
      </p:sp>
    </p:spTree>
    <p:extLst>
      <p:ext uri="{BB962C8B-B14F-4D97-AF65-F5344CB8AC3E}">
        <p14:creationId xmlns:p14="http://schemas.microsoft.com/office/powerpoint/2010/main" val="3533556244"/>
      </p:ext>
    </p:extLst>
  </p:cSld>
  <p:clrMapOvr>
    <a:masterClrMapping/>
  </p:clrMapOvr>
  <p:transition spd="slow">
    <p:blinds dir="vert"/>
  </p:transition>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1305</Words>
  <Application>Microsoft Office PowerPoint</Application>
  <PresentationFormat>On-screen Show (4:3)</PresentationFormat>
  <Paragraphs>58</Paragraphs>
  <Slides>12</Slides>
  <Notes>5</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12</vt:i4>
      </vt:variant>
    </vt:vector>
  </HeadingPairs>
  <TitlesOfParts>
    <vt:vector size="28" baseType="lpstr">
      <vt:lpstr>Arial</vt:lpstr>
      <vt:lpstr>Arial Narrow</vt:lpstr>
      <vt:lpstr>Calibri</vt:lpstr>
      <vt:lpstr>Cambria</vt:lpstr>
      <vt:lpstr>Sabon-Bold</vt:lpstr>
      <vt:lpstr>Times New Roman</vt:lpstr>
      <vt:lpstr>Wingdings</vt:lpstr>
      <vt:lpstr>Chapter title</vt:lpstr>
      <vt:lpstr>Office Theme</vt:lpstr>
      <vt:lpstr>1_Office Theme</vt:lpstr>
      <vt:lpstr>Figure</vt:lpstr>
      <vt:lpstr>2_Office Theme</vt:lpstr>
      <vt:lpstr>3_Office Theme</vt:lpstr>
      <vt:lpstr>4_Office Theme</vt:lpstr>
      <vt:lpstr>5_Office Theme</vt:lpstr>
      <vt:lpstr>6_Office Theme</vt:lpstr>
      <vt:lpstr>  Introduction to Entrepreneurship  </vt:lpstr>
      <vt:lpstr>Definition of Entrepreneur</vt:lpstr>
      <vt:lpstr>Definition of Entrepreneur </vt:lpstr>
      <vt:lpstr>Definition of Entrepreneur</vt:lpstr>
      <vt:lpstr>PowerPoint Presentation</vt:lpstr>
      <vt:lpstr>Historical context/Evolution of Entrepreneurship Thought </vt:lpstr>
      <vt:lpstr>Historical context/Evolution of Entrepreneurship Thought </vt:lpstr>
      <vt:lpstr>Types of Entrepreneurship</vt:lpstr>
      <vt:lpstr>1. Small Business Entrepreneurship</vt:lpstr>
      <vt:lpstr>2. Scalable Start-up Entrepreneurship</vt:lpstr>
      <vt:lpstr>3. Large Companies or Big Business Entrepreneurship</vt:lpstr>
      <vt:lpstr> 4. Social Entrepreneurship</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Kazi Saifur Rahman</dc:creator>
  <cp:lastModifiedBy>HP</cp:lastModifiedBy>
  <cp:revision>61</cp:revision>
  <dcterms:modified xsi:type="dcterms:W3CDTF">2025-07-08T08:13:28Z</dcterms:modified>
</cp:coreProperties>
</file>